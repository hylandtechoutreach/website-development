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8" r:id="rId2"/>
    <p:sldId id="297" r:id="rId3"/>
    <p:sldId id="309" r:id="rId4"/>
    <p:sldId id="310" r:id="rId5"/>
    <p:sldId id="316" r:id="rId6"/>
    <p:sldId id="311" r:id="rId7"/>
    <p:sldId id="313" r:id="rId8"/>
    <p:sldId id="315" r:id="rId9"/>
    <p:sldId id="314" r:id="rId10"/>
    <p:sldId id="31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0F33"/>
    <a:srgbClr val="000000"/>
    <a:srgbClr val="080808"/>
    <a:srgbClr val="181818"/>
    <a:srgbClr val="212121"/>
    <a:srgbClr val="0A0A0A"/>
    <a:srgbClr val="D9E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FA220EE-ED1F-4DBA-98A4-FBE62A725004}">
  <a:tblStyle styleId="{FFA220EE-ED1F-4DBA-98A4-FBE62A725004}" styleName="Hyland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100000"/>
            </a:schemeClr>
          </a:solidFill>
        </a:fill>
      </a:tcStyle>
    </a:wholeTbl>
    <a:band1H>
      <a:tcStyle>
        <a:tcBdr/>
        <a:fill>
          <a:solidFill>
            <a:schemeClr val="accent5">
              <a:tint val="10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6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4535" autoAdjust="0"/>
  </p:normalViewPr>
  <p:slideViewPr>
    <p:cSldViewPr showGuides="1">
      <p:cViewPr varScale="1">
        <p:scale>
          <a:sx n="93" d="100"/>
          <a:sy n="93" d="100"/>
        </p:scale>
        <p:origin x="121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14300" cy="1143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04133-B5B0-4351-8158-4F0E5EB1E2B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8F7F9-57EC-49CF-9FCD-2B781E4B4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4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055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are going to talk about buttons on</a:t>
            </a:r>
            <a:r>
              <a:rPr lang="en-US" baseline="0" dirty="0"/>
              <a:t> webpages.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367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 to think about</a:t>
            </a:r>
            <a:r>
              <a:rPr lang="en-US" baseline="0" dirty="0"/>
              <a:t> what buttons they have seen on webpages.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Subscribe button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Like button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Others?</a:t>
            </a:r>
          </a:p>
          <a:p>
            <a:pPr marL="171450" indent="-171450">
              <a:buFontTx/>
              <a:buChar char="-"/>
            </a:pPr>
            <a:endParaRPr lang="en-US" baseline="0" dirty="0"/>
          </a:p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477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syntax for creating a button in the HTML. Note each part of the syntax:</a:t>
            </a:r>
          </a:p>
          <a:p>
            <a:pPr marL="171450" indent="-171450">
              <a:buFontTx/>
              <a:buChar char="-"/>
            </a:pPr>
            <a:r>
              <a:rPr lang="en-US" b="1" dirty="0"/>
              <a:t>button</a:t>
            </a:r>
            <a:r>
              <a:rPr lang="en-US" b="0" dirty="0"/>
              <a:t> tag (open/close)</a:t>
            </a:r>
          </a:p>
          <a:p>
            <a:pPr marL="171450" indent="-171450">
              <a:buFontTx/>
              <a:buChar char="-"/>
            </a:pPr>
            <a:r>
              <a:rPr lang="en-US" b="1" dirty="0" err="1"/>
              <a:t>onclick</a:t>
            </a:r>
            <a:r>
              <a:rPr lang="en-US" b="0" baseline="0" dirty="0"/>
              <a:t> attribute</a:t>
            </a:r>
          </a:p>
          <a:p>
            <a:pPr marL="171450" indent="-171450">
              <a:buFontTx/>
              <a:buChar char="-"/>
            </a:pPr>
            <a:r>
              <a:rPr lang="en-US" b="1" baseline="0" dirty="0" err="1"/>
              <a:t>buttonClick</a:t>
            </a:r>
            <a:r>
              <a:rPr lang="en-US" b="1" baseline="0" dirty="0"/>
              <a:t>()</a:t>
            </a:r>
            <a:r>
              <a:rPr lang="en-US" b="0" baseline="0" dirty="0"/>
              <a:t> function call (we will explain this more later)</a:t>
            </a:r>
          </a:p>
          <a:p>
            <a:pPr marL="171450" indent="-171450">
              <a:buFontTx/>
              <a:buChar char="-"/>
            </a:pPr>
            <a:r>
              <a:rPr lang="en-US" b="0" baseline="0" dirty="0"/>
              <a:t>Actual text inside the button</a:t>
            </a:r>
          </a:p>
          <a:p>
            <a:pPr marL="171450" indent="-171450">
              <a:buFontTx/>
              <a:buChar char="-"/>
            </a:pPr>
            <a:endParaRPr lang="en-US" b="0" baseline="0" dirty="0"/>
          </a:p>
          <a:p>
            <a:pPr marL="0" indent="0">
              <a:buFontTx/>
              <a:buNone/>
            </a:pPr>
            <a:r>
              <a:rPr lang="en-US" b="0" baseline="0" dirty="0"/>
              <a:t>All of this code will create a simple HTML button that says “Send”</a:t>
            </a:r>
          </a:p>
          <a:p>
            <a:pPr marL="0" indent="0">
              <a:buFontTx/>
              <a:buNone/>
            </a:pPr>
            <a:endParaRPr lang="en-US" b="0" baseline="0" dirty="0"/>
          </a:p>
          <a:p>
            <a:pPr marL="0" indent="0">
              <a:buFontTx/>
              <a:buNone/>
            </a:pPr>
            <a:r>
              <a:rPr lang="en-US" b="1" i="1" baseline="0" dirty="0"/>
              <a:t>But how does the button know what to do when it is clicked?</a:t>
            </a:r>
            <a:endParaRPr lang="en-US" b="0" i="1" baseline="0" dirty="0"/>
          </a:p>
          <a:p>
            <a:pPr marL="0" indent="0">
              <a:buFontTx/>
              <a:buNone/>
            </a:pPr>
            <a:endParaRPr lang="en-US" b="1" i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833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are going to talk about how functions enable buttons to run (execute) JavaScript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990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we have a button in HTML, but how do we make it actually do something?</a:t>
            </a:r>
          </a:p>
          <a:p>
            <a:endParaRPr lang="en-US" dirty="0"/>
          </a:p>
          <a:p>
            <a:r>
              <a:rPr lang="en-US" dirty="0"/>
              <a:t>Add the code in the </a:t>
            </a:r>
            <a:r>
              <a:rPr lang="en-US" b="1" dirty="0"/>
              <a:t>.</a:t>
            </a:r>
            <a:r>
              <a:rPr lang="en-US" b="1" dirty="0" err="1"/>
              <a:t>js</a:t>
            </a:r>
            <a:r>
              <a:rPr lang="en-US" b="0" baseline="0" dirty="0"/>
              <a:t> to make the button do something when clicked. All of the code within the square brackets will run whenever the user clicks the button. The “Send” button will display a message of “You clicked!” when clicked.</a:t>
            </a:r>
          </a:p>
          <a:p>
            <a:endParaRPr lang="en-US" b="0" baseline="0" dirty="0"/>
          </a:p>
          <a:p>
            <a:r>
              <a:rPr lang="en-US" b="0" baseline="0" dirty="0"/>
              <a:t>Note that the function name has to match the function call in the </a:t>
            </a:r>
            <a:r>
              <a:rPr lang="en-US" b="0" baseline="0" dirty="0" err="1"/>
              <a:t>onclick</a:t>
            </a:r>
            <a:r>
              <a:rPr lang="en-US" b="0" baseline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305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all of the syntax needed</a:t>
            </a:r>
            <a:r>
              <a:rPr lang="en-US" baseline="0" dirty="0"/>
              <a:t> to define a function.  Students should remember these five parts of the function definition.</a:t>
            </a:r>
          </a:p>
          <a:p>
            <a:endParaRPr lang="en-US" baseline="0" dirty="0"/>
          </a:p>
          <a:p>
            <a:r>
              <a:rPr lang="en-US" baseline="0" dirty="0"/>
              <a:t>One analogy for </a:t>
            </a:r>
            <a:r>
              <a:rPr lang="en-US" i="1" baseline="0" dirty="0"/>
              <a:t>defining</a:t>
            </a:r>
            <a:r>
              <a:rPr lang="en-US" baseline="0" dirty="0"/>
              <a:t> a function is that it’s like teaching a dog a trick. You show the dog everything you want them to do when you say “Roll over.”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61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to call a function, it looks like this: all that’s needed is the function name, and parentheses. </a:t>
            </a:r>
            <a:r>
              <a:rPr lang="en-US" i="1" baseline="0" dirty="0"/>
              <a:t>Calling</a:t>
            </a:r>
            <a:r>
              <a:rPr lang="en-US" i="0" baseline="0" dirty="0"/>
              <a:t> a function is like commanding the dog to do the trick you taught them!</a:t>
            </a:r>
          </a:p>
          <a:p>
            <a:endParaRPr lang="en-US" i="0" baseline="0" dirty="0"/>
          </a:p>
          <a:p>
            <a:r>
              <a:rPr lang="en-US" i="0" baseline="0" dirty="0"/>
              <a:t>Note: function arguments are also needed, but they are not covered at this point</a:t>
            </a:r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80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</a:t>
            </a:r>
            <a:r>
              <a:rPr lang="en-US" dirty="0" err="1"/>
              <a:t>Repl</a:t>
            </a:r>
            <a:r>
              <a:rPr lang="en-US" dirty="0"/>
              <a:t>,</a:t>
            </a:r>
            <a:r>
              <a:rPr lang="en-US" baseline="0" dirty="0"/>
              <a:t> note the following in the </a:t>
            </a:r>
            <a:r>
              <a:rPr lang="en-US" b="1" baseline="0" dirty="0"/>
              <a:t>index.html</a:t>
            </a:r>
            <a:r>
              <a:rPr lang="en-US" b="0" baseline="0" dirty="0"/>
              <a:t> file:</a:t>
            </a:r>
            <a:endParaRPr lang="en-US" baseline="0" dirty="0"/>
          </a:p>
          <a:p>
            <a:pPr marL="171450" indent="-171450">
              <a:buFontTx/>
              <a:buChar char="-"/>
            </a:pPr>
            <a:r>
              <a:rPr lang="en-US" baseline="0" dirty="0"/>
              <a:t>The </a:t>
            </a:r>
            <a:r>
              <a:rPr lang="en-US" b="1" baseline="0" dirty="0"/>
              <a:t>script</a:t>
            </a:r>
            <a:r>
              <a:rPr lang="en-US" b="0" baseline="0" dirty="0"/>
              <a:t> tag has the proper </a:t>
            </a:r>
            <a:r>
              <a:rPr lang="en-US" b="1" baseline="0" dirty="0" err="1"/>
              <a:t>src</a:t>
            </a:r>
            <a:r>
              <a:rPr lang="en-US" b="0" baseline="0" dirty="0"/>
              <a:t> attribute pointing to </a:t>
            </a:r>
            <a:r>
              <a:rPr lang="en-US" b="1" baseline="0" dirty="0"/>
              <a:t>script.js</a:t>
            </a:r>
            <a:endParaRPr lang="en-US" b="0" baseline="0" dirty="0"/>
          </a:p>
          <a:p>
            <a:pPr marL="171450" indent="-171450">
              <a:buFontTx/>
              <a:buChar char="-"/>
            </a:pPr>
            <a:r>
              <a:rPr lang="en-US" b="0" baseline="0" dirty="0"/>
              <a:t>The </a:t>
            </a:r>
            <a:r>
              <a:rPr lang="en-US" b="1" baseline="0" dirty="0"/>
              <a:t>button</a:t>
            </a:r>
            <a:r>
              <a:rPr lang="en-US" b="0" baseline="0" dirty="0"/>
              <a:t> tag has text of “Greet”</a:t>
            </a:r>
          </a:p>
          <a:p>
            <a:pPr marL="171450" indent="-171450">
              <a:buFontTx/>
              <a:buChar char="-"/>
            </a:pPr>
            <a:r>
              <a:rPr lang="en-US" b="0" baseline="0" dirty="0"/>
              <a:t>The </a:t>
            </a:r>
            <a:r>
              <a:rPr lang="en-US" b="1" baseline="0" dirty="0"/>
              <a:t>button</a:t>
            </a:r>
            <a:r>
              <a:rPr lang="en-US" b="0" baseline="0" dirty="0"/>
              <a:t> tag has the proper </a:t>
            </a:r>
            <a:r>
              <a:rPr lang="en-US" b="1" baseline="0" dirty="0" err="1"/>
              <a:t>onclick</a:t>
            </a:r>
            <a:r>
              <a:rPr lang="en-US" b="0" baseline="0" dirty="0"/>
              <a:t> attribute calling the </a:t>
            </a:r>
            <a:r>
              <a:rPr lang="en-US" b="1" baseline="0" dirty="0" err="1"/>
              <a:t>sayHello</a:t>
            </a:r>
            <a:r>
              <a:rPr lang="en-US" b="0" baseline="0" dirty="0"/>
              <a:t> function</a:t>
            </a:r>
          </a:p>
          <a:p>
            <a:pPr marL="171450" indent="-171450">
              <a:buFontTx/>
              <a:buChar char="-"/>
            </a:pPr>
            <a:endParaRPr lang="en-US" b="0" baseline="0" dirty="0"/>
          </a:p>
          <a:p>
            <a:pPr marL="0" indent="0">
              <a:buFontTx/>
              <a:buNone/>
            </a:pPr>
            <a:r>
              <a:rPr lang="en-US" b="0" baseline="0" dirty="0"/>
              <a:t>Furthermore, note the following in the </a:t>
            </a:r>
            <a:r>
              <a:rPr lang="en-US" b="1" baseline="0" dirty="0"/>
              <a:t>script.js</a:t>
            </a:r>
            <a:r>
              <a:rPr lang="en-US" b="0" baseline="0" dirty="0"/>
              <a:t> file:</a:t>
            </a:r>
          </a:p>
          <a:p>
            <a:pPr marL="171450" indent="-171450">
              <a:buFontTx/>
              <a:buChar char="-"/>
            </a:pPr>
            <a:r>
              <a:rPr lang="en-US" b="0" baseline="0" dirty="0"/>
              <a:t>The function name is </a:t>
            </a:r>
            <a:r>
              <a:rPr lang="en-US" b="1" baseline="0" dirty="0" err="1"/>
              <a:t>sayHello</a:t>
            </a:r>
            <a:endParaRPr lang="en-US" b="0" baseline="0" dirty="0"/>
          </a:p>
          <a:p>
            <a:pPr marL="171450" indent="-171450">
              <a:buFontTx/>
              <a:buChar char="-"/>
            </a:pPr>
            <a:r>
              <a:rPr lang="en-US" b="0" baseline="0" dirty="0"/>
              <a:t>There are two</a:t>
            </a:r>
            <a:r>
              <a:rPr lang="en-US" b="1" baseline="0" dirty="0"/>
              <a:t> alert</a:t>
            </a:r>
            <a:r>
              <a:rPr lang="en-US" b="0" baseline="0" dirty="0"/>
              <a:t> statements in the body of the function</a:t>
            </a:r>
          </a:p>
          <a:p>
            <a:pPr marL="0" indent="0">
              <a:buFontTx/>
              <a:buNone/>
            </a:pPr>
            <a:endParaRPr lang="en-US" b="0" baseline="0" dirty="0"/>
          </a:p>
          <a:p>
            <a:pPr marL="0" indent="0">
              <a:buFontTx/>
              <a:buNone/>
            </a:pPr>
            <a:r>
              <a:rPr lang="en-US" b="0" baseline="0" dirty="0"/>
              <a:t>Throughout, note the syntax of each piece of the code.</a:t>
            </a:r>
          </a:p>
          <a:p>
            <a:pPr marL="171450" indent="-171450">
              <a:buFontTx/>
              <a:buChar char="-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260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6BAD2-19D3-4272-958C-5CE2489B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228600"/>
            <a:ext cx="7904921" cy="2743200"/>
          </a:xfrm>
        </p:spPr>
        <p:txBody>
          <a:bodyPr anchor="b">
            <a:normAutofit/>
          </a:bodyPr>
          <a:lstStyle>
            <a:lvl1pPr algn="l">
              <a:defRPr sz="4800" cap="none" baseline="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04C8E-417F-43A4-94FF-373B89123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7904921" cy="553998"/>
          </a:xfr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</p:spPr>
        <p:txBody>
          <a:bodyPr wrap="none" lIns="182880" tIns="91440" rIns="91440" bIns="91440" anchor="ctr" anchorCtr="0">
            <a:spAutoFit/>
          </a:bodyPr>
          <a:lstStyle>
            <a:lvl1pPr marL="0" indent="0" algn="l">
              <a:buNone/>
              <a:defRPr sz="2400" b="1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3C77-1DC4-46A1-AC24-B35F28F3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999" y="5943600"/>
            <a:ext cx="3657600" cy="246102"/>
          </a:xfrm>
        </p:spPr>
        <p:txBody>
          <a:bodyPr/>
          <a:lstStyle>
            <a:lvl1pPr>
              <a:defRPr sz="2400">
                <a:solidFill>
                  <a:schemeClr val="accent3"/>
                </a:solidFill>
              </a:defRPr>
            </a:lvl1pPr>
          </a:lstStyle>
          <a:p>
            <a:fld id="{1C2D31DE-C454-491C-B5C3-F097855E3DF7}" type="datetime4">
              <a:rPr lang="en-US" smtClean="0"/>
              <a:pPr/>
              <a:t>June 8,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7F3A-E0A4-456D-BD5A-2D970541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101"/>
            <a:ext cx="7772400" cy="1143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2128-8E80-452E-8086-6E93C925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515100"/>
            <a:ext cx="1371600" cy="114299"/>
          </a:xfrm>
        </p:spPr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/>
          <p:cNvGrpSpPr>
            <a:grpSpLocks noChangeAspect="1"/>
          </p:cNvGrpSpPr>
          <p:nvPr userDrawn="1"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325897"/>
            <a:ext cx="5715000" cy="1274801"/>
          </a:xfrm>
        </p:spPr>
        <p:txBody>
          <a:bodyPr wrap="square" lIns="0" anchor="ctr">
            <a:normAutofit/>
          </a:bodyPr>
          <a:lstStyle>
            <a:lvl1pPr marL="0" indent="0">
              <a:spcAft>
                <a:spcPts val="600"/>
              </a:spcAft>
              <a:buNone/>
              <a:defRPr sz="2400" baseline="0"/>
            </a:lvl1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3233982278"/>
      </p:ext>
    </p:extLst>
  </p:cSld>
  <p:clrMapOvr>
    <a:masterClrMapping/>
  </p:clrMapOvr>
  <p:transition>
    <p:fade/>
  </p:transition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 userDrawn="1"/>
        </p:nvSpPr>
        <p:spPr bwMode="auto">
          <a:xfrm>
            <a:off x="9525000" y="0"/>
            <a:ext cx="2667000" cy="6858000"/>
          </a:xfrm>
          <a:prstGeom prst="rect">
            <a:avLst/>
          </a:prstGeom>
          <a:solidFill>
            <a:srgbClr val="EFEFF0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6BAD2-19D3-4272-958C-5CE2489B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228600"/>
            <a:ext cx="7904921" cy="2743200"/>
          </a:xfrm>
        </p:spPr>
        <p:txBody>
          <a:bodyPr anchor="b">
            <a:normAutofit/>
          </a:bodyPr>
          <a:lstStyle>
            <a:lvl1pPr algn="l">
              <a:defRPr sz="4800" cap="none" baseline="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04C8E-417F-43A4-94FF-373B89123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7904921" cy="553998"/>
          </a:xfrm>
          <a:solidFill>
            <a:schemeClr val="accent3"/>
          </a:solidFill>
        </p:spPr>
        <p:txBody>
          <a:bodyPr wrap="none" lIns="182880" tIns="91440" rIns="91440" bIns="91440" anchor="ctr" anchorCtr="0">
            <a:spAutoFit/>
          </a:bodyPr>
          <a:lstStyle>
            <a:lvl1pPr marL="0" indent="0" algn="l">
              <a:buNone/>
              <a:defRPr sz="2400" b="1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3C77-1DC4-46A1-AC24-B35F28F3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999" y="5943600"/>
            <a:ext cx="3657600" cy="246102"/>
          </a:xfrm>
        </p:spPr>
        <p:txBody>
          <a:bodyPr/>
          <a:lstStyle>
            <a:lvl1pPr>
              <a:defRPr sz="2400">
                <a:solidFill>
                  <a:schemeClr val="accent3"/>
                </a:solidFill>
              </a:defRPr>
            </a:lvl1pPr>
          </a:lstStyle>
          <a:p>
            <a:fld id="{1C2D31DE-C454-491C-B5C3-F097855E3DF7}" type="datetime4">
              <a:rPr lang="en-US" smtClean="0"/>
              <a:pPr/>
              <a:t>June 8,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7F3A-E0A4-456D-BD5A-2D970541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101"/>
            <a:ext cx="7772400" cy="1143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2128-8E80-452E-8086-6E93C925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515100"/>
            <a:ext cx="1371600" cy="114299"/>
          </a:xfrm>
        </p:spPr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/>
          <p:cNvGrpSpPr>
            <a:grpSpLocks noChangeAspect="1"/>
          </p:cNvGrpSpPr>
          <p:nvPr userDrawn="1"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325897"/>
            <a:ext cx="5715000" cy="1274801"/>
          </a:xfrm>
        </p:spPr>
        <p:txBody>
          <a:bodyPr wrap="square" lIns="0" anchor="ctr">
            <a:normAutofit/>
          </a:bodyPr>
          <a:lstStyle>
            <a:lvl1pPr marL="0" indent="0">
              <a:spcAft>
                <a:spcPts val="600"/>
              </a:spcAft>
              <a:buNone/>
              <a:defRPr sz="2400" baseline="0"/>
            </a:lvl1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3292362659"/>
      </p:ext>
    </p:extLst>
  </p:cSld>
  <p:clrMapOvr>
    <a:masterClrMapping/>
  </p:clrMapOvr>
  <p:transition>
    <p:fade/>
  </p:transition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auto">
          <a:xfrm>
            <a:off x="0" y="0"/>
            <a:ext cx="9525000" cy="6858000"/>
          </a:xfrm>
          <a:prstGeom prst="rect">
            <a:avLst/>
          </a:pr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6BAD2-19D3-4272-958C-5CE2489B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228600"/>
            <a:ext cx="7904921" cy="2743200"/>
          </a:xfrm>
        </p:spPr>
        <p:txBody>
          <a:bodyPr anchor="b">
            <a:normAutofit/>
          </a:bodyPr>
          <a:lstStyle>
            <a:lvl1pPr algn="l">
              <a:defRPr sz="4800" cap="none" baseline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04C8E-417F-43A4-94FF-373B89123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7904921" cy="553998"/>
          </a:xfrm>
          <a:solidFill>
            <a:schemeClr val="bg1"/>
          </a:solidFill>
        </p:spPr>
        <p:txBody>
          <a:bodyPr wrap="none" lIns="182880" tIns="91440" rIns="91440" bIns="91440" anchor="ctr" anchorCtr="0">
            <a:spAutoFit/>
          </a:bodyPr>
          <a:lstStyle>
            <a:lvl1pPr marL="0" indent="0" algn="l">
              <a:buNone/>
              <a:defRPr sz="2400" b="1" cap="all" spc="3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3C77-1DC4-46A1-AC24-B35F28F3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999" y="5943600"/>
            <a:ext cx="3657600" cy="246102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fld id="{1C2D31DE-C454-491C-B5C3-F097855E3DF7}" type="datetime4">
              <a:rPr lang="en-US" smtClean="0"/>
              <a:pPr/>
              <a:t>June 8,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7F3A-E0A4-456D-BD5A-2D970541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101"/>
            <a:ext cx="7772400" cy="1143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2128-8E80-452E-8086-6E93C925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515100"/>
            <a:ext cx="1371600" cy="114299"/>
          </a:xfrm>
        </p:spPr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/>
          <p:cNvGrpSpPr>
            <a:grpSpLocks noChangeAspect="1"/>
          </p:cNvGrpSpPr>
          <p:nvPr userDrawn="1"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325897"/>
            <a:ext cx="5715000" cy="1274801"/>
          </a:xfrm>
        </p:spPr>
        <p:txBody>
          <a:bodyPr wrap="square" lIns="0" anchor="ctr">
            <a:normAutofit/>
          </a:bodyPr>
          <a:lstStyle>
            <a:lvl1pPr marL="0" indent="0">
              <a:spcAft>
                <a:spcPts val="600"/>
              </a:spcAft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3446050400"/>
      </p:ext>
    </p:extLst>
  </p:cSld>
  <p:clrMapOvr>
    <a:masterClrMapping/>
  </p:clrMapOvr>
  <p:transition>
    <p:fade/>
  </p:transition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 bwMode="auto">
          <a:xfrm>
            <a:off x="10363200" y="0"/>
            <a:ext cx="1828800" cy="6858000"/>
          </a:xfrm>
          <a:custGeom>
            <a:avLst/>
            <a:gdLst>
              <a:gd name="connsiteX0" fmla="*/ 0 w 1828800"/>
              <a:gd name="connsiteY0" fmla="*/ 0 h 6858000"/>
              <a:gd name="connsiteX1" fmla="*/ 1828800 w 1828800"/>
              <a:gd name="connsiteY1" fmla="*/ 0 h 6858000"/>
              <a:gd name="connsiteX2" fmla="*/ 1828800 w 1828800"/>
              <a:gd name="connsiteY2" fmla="*/ 6858000 h 6858000"/>
              <a:gd name="connsiteX3" fmla="*/ 0 w 1828800"/>
              <a:gd name="connsiteY3" fmla="*/ 6858000 h 6858000"/>
              <a:gd name="connsiteX4" fmla="*/ 0 w 1828800"/>
              <a:gd name="connsiteY4" fmla="*/ 6515100 h 6858000"/>
              <a:gd name="connsiteX5" fmla="*/ 1447800 w 1828800"/>
              <a:gd name="connsiteY5" fmla="*/ 6515100 h 6858000"/>
              <a:gd name="connsiteX6" fmla="*/ 1447800 w 1828800"/>
              <a:gd name="connsiteY6" fmla="*/ 342900 h 6858000"/>
              <a:gd name="connsiteX7" fmla="*/ 0 w 1828800"/>
              <a:gd name="connsiteY7" fmla="*/ 3429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0" y="6858000"/>
                </a:lnTo>
                <a:lnTo>
                  <a:pt x="0" y="6515100"/>
                </a:lnTo>
                <a:lnTo>
                  <a:pt x="1447800" y="6515100"/>
                </a:lnTo>
                <a:lnTo>
                  <a:pt x="1447800" y="342900"/>
                </a:lnTo>
                <a:lnTo>
                  <a:pt x="0" y="34290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062162"/>
            <a:ext cx="3429000" cy="2738438"/>
          </a:xfrm>
        </p:spPr>
        <p:txBody>
          <a:bodyPr anchor="ctr">
            <a:normAutofit/>
          </a:bodyPr>
          <a:lstStyle>
            <a:lvl1pPr algn="ctr">
              <a:defRPr sz="4000" baseline="0"/>
            </a:lvl1pPr>
          </a:lstStyle>
          <a:p>
            <a:r>
              <a:rPr lang="en-US" dirty="0"/>
              <a:t>Type “Agenda”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2C5FA-CA46-428D-86B4-114D455DDC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24401" y="2062162"/>
            <a:ext cx="7086599" cy="2738438"/>
          </a:xfrm>
        </p:spPr>
        <p:txBody>
          <a:bodyPr anchor="ctr">
            <a:normAutofit/>
          </a:bodyPr>
          <a:lstStyle>
            <a:lvl1pPr marL="344488" indent="-231775">
              <a:buFont typeface="Wingdings" panose="05000000000000000000" pitchFamily="2" charset="2"/>
              <a:buChar char="§"/>
              <a:defRPr sz="2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Item 1</a:t>
            </a:r>
          </a:p>
          <a:p>
            <a:pPr lvl="0"/>
            <a:r>
              <a:rPr lang="en-US" dirty="0"/>
              <a:t>Item 2</a:t>
            </a:r>
          </a:p>
          <a:p>
            <a:pPr lvl="0"/>
            <a:r>
              <a:rPr lang="en-US" dirty="0"/>
              <a:t>Item 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267200" y="2062162"/>
            <a:ext cx="0" cy="2738438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23962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 bwMode="auto">
          <a:xfrm>
            <a:off x="10363200" y="0"/>
            <a:ext cx="1828800" cy="6858000"/>
          </a:xfrm>
          <a:custGeom>
            <a:avLst/>
            <a:gdLst>
              <a:gd name="connsiteX0" fmla="*/ 0 w 1828800"/>
              <a:gd name="connsiteY0" fmla="*/ 0 h 6858000"/>
              <a:gd name="connsiteX1" fmla="*/ 1828800 w 1828800"/>
              <a:gd name="connsiteY1" fmla="*/ 0 h 6858000"/>
              <a:gd name="connsiteX2" fmla="*/ 1828800 w 1828800"/>
              <a:gd name="connsiteY2" fmla="*/ 6858000 h 6858000"/>
              <a:gd name="connsiteX3" fmla="*/ 0 w 1828800"/>
              <a:gd name="connsiteY3" fmla="*/ 6858000 h 6858000"/>
              <a:gd name="connsiteX4" fmla="*/ 0 w 1828800"/>
              <a:gd name="connsiteY4" fmla="*/ 6515100 h 6858000"/>
              <a:gd name="connsiteX5" fmla="*/ 1447800 w 1828800"/>
              <a:gd name="connsiteY5" fmla="*/ 6515100 h 6858000"/>
              <a:gd name="connsiteX6" fmla="*/ 1447800 w 1828800"/>
              <a:gd name="connsiteY6" fmla="*/ 342900 h 6858000"/>
              <a:gd name="connsiteX7" fmla="*/ 0 w 1828800"/>
              <a:gd name="connsiteY7" fmla="*/ 3429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0" y="6858000"/>
                </a:lnTo>
                <a:lnTo>
                  <a:pt x="0" y="6515100"/>
                </a:lnTo>
                <a:lnTo>
                  <a:pt x="1447800" y="6515100"/>
                </a:lnTo>
                <a:lnTo>
                  <a:pt x="1447800" y="342900"/>
                </a:lnTo>
                <a:lnTo>
                  <a:pt x="0" y="34290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52600" y="690562"/>
            <a:ext cx="8229600" cy="4110038"/>
          </a:xfrm>
        </p:spPr>
        <p:txBody>
          <a:bodyPr tIns="0" anchor="ctr">
            <a:normAutofit/>
          </a:bodyPr>
          <a:lstStyle>
            <a:lvl1pPr algn="l">
              <a:defRPr sz="4800" cap="none" baseline="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Notable Quote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2C5FA-CA46-428D-86B4-114D455DDC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59798" y="4983109"/>
            <a:ext cx="2922402" cy="523220"/>
          </a:xfrm>
          <a:solidFill>
            <a:schemeClr val="tx2"/>
          </a:solidFill>
        </p:spPr>
        <p:txBody>
          <a:bodyPr wrap="none" lIns="91440" tIns="45720" rIns="91440" bIns="45720" anchor="ctr">
            <a:spAutoFit/>
          </a:bodyPr>
          <a:lstStyle>
            <a:lvl1pPr marL="112713" indent="0" algn="r">
              <a:buFont typeface="Wingdings" panose="05000000000000000000" pitchFamily="2" charset="2"/>
              <a:buNone/>
              <a:defRPr sz="2800" b="1" spc="3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– Attribution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10"/>
          <p:cNvSpPr/>
          <p:nvPr userDrawn="1"/>
        </p:nvSpPr>
        <p:spPr bwMode="auto">
          <a:xfrm>
            <a:off x="10363200" y="0"/>
            <a:ext cx="1828800" cy="6858000"/>
          </a:xfrm>
          <a:custGeom>
            <a:avLst/>
            <a:gdLst>
              <a:gd name="connsiteX0" fmla="*/ 0 w 1828800"/>
              <a:gd name="connsiteY0" fmla="*/ 0 h 6858000"/>
              <a:gd name="connsiteX1" fmla="*/ 1828800 w 1828800"/>
              <a:gd name="connsiteY1" fmla="*/ 0 h 6858000"/>
              <a:gd name="connsiteX2" fmla="*/ 1828800 w 1828800"/>
              <a:gd name="connsiteY2" fmla="*/ 6858000 h 6858000"/>
              <a:gd name="connsiteX3" fmla="*/ 0 w 1828800"/>
              <a:gd name="connsiteY3" fmla="*/ 6858000 h 6858000"/>
              <a:gd name="connsiteX4" fmla="*/ 0 w 1828800"/>
              <a:gd name="connsiteY4" fmla="*/ 6515100 h 6858000"/>
              <a:gd name="connsiteX5" fmla="*/ 1447800 w 1828800"/>
              <a:gd name="connsiteY5" fmla="*/ 6515100 h 6858000"/>
              <a:gd name="connsiteX6" fmla="*/ 1447800 w 1828800"/>
              <a:gd name="connsiteY6" fmla="*/ 342900 h 6858000"/>
              <a:gd name="connsiteX7" fmla="*/ 0 w 1828800"/>
              <a:gd name="connsiteY7" fmla="*/ 3429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0" y="6858000"/>
                </a:lnTo>
                <a:lnTo>
                  <a:pt x="0" y="6515100"/>
                </a:lnTo>
                <a:lnTo>
                  <a:pt x="1447800" y="6515100"/>
                </a:lnTo>
                <a:lnTo>
                  <a:pt x="1447800" y="342900"/>
                </a:lnTo>
                <a:lnTo>
                  <a:pt x="0" y="342900"/>
                </a:lnTo>
                <a:close/>
              </a:path>
            </a:pathLst>
          </a:cu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Freeform 11"/>
          <p:cNvSpPr>
            <a:spLocks noChangeAspect="1"/>
          </p:cNvSpPr>
          <p:nvPr userDrawn="1"/>
        </p:nvSpPr>
        <p:spPr bwMode="auto">
          <a:xfrm>
            <a:off x="380995" y="685800"/>
            <a:ext cx="1055590" cy="914400"/>
          </a:xfrm>
          <a:custGeom>
            <a:avLst/>
            <a:gdLst>
              <a:gd name="connsiteX0" fmla="*/ 831476 w 923645"/>
              <a:gd name="connsiteY0" fmla="*/ 0 h 800100"/>
              <a:gd name="connsiteX1" fmla="*/ 923645 w 923645"/>
              <a:gd name="connsiteY1" fmla="*/ 174531 h 800100"/>
              <a:gd name="connsiteX2" fmla="*/ 767743 w 923645"/>
              <a:gd name="connsiteY2" fmla="*/ 279937 h 800100"/>
              <a:gd name="connsiteX3" fmla="*/ 719698 w 923645"/>
              <a:gd name="connsiteY3" fmla="*/ 403972 h 800100"/>
              <a:gd name="connsiteX4" fmla="*/ 923645 w 923645"/>
              <a:gd name="connsiteY4" fmla="*/ 403972 h 800100"/>
              <a:gd name="connsiteX5" fmla="*/ 923645 w 923645"/>
              <a:gd name="connsiteY5" fmla="*/ 800100 h 800100"/>
              <a:gd name="connsiteX6" fmla="*/ 497121 w 923645"/>
              <a:gd name="connsiteY6" fmla="*/ 800100 h 800100"/>
              <a:gd name="connsiteX7" fmla="*/ 497121 w 923645"/>
              <a:gd name="connsiteY7" fmla="*/ 471628 h 800100"/>
              <a:gd name="connsiteX8" fmla="*/ 572621 w 923645"/>
              <a:gd name="connsiteY8" fmla="*/ 185317 h 800100"/>
              <a:gd name="connsiteX9" fmla="*/ 831476 w 923645"/>
              <a:gd name="connsiteY9" fmla="*/ 0 h 800100"/>
              <a:gd name="connsiteX10" fmla="*/ 334356 w 923645"/>
              <a:gd name="connsiteY10" fmla="*/ 0 h 800100"/>
              <a:gd name="connsiteX11" fmla="*/ 426524 w 923645"/>
              <a:gd name="connsiteY11" fmla="*/ 174531 h 800100"/>
              <a:gd name="connsiteX12" fmla="*/ 270622 w 923645"/>
              <a:gd name="connsiteY12" fmla="*/ 279937 h 800100"/>
              <a:gd name="connsiteX13" fmla="*/ 222577 w 923645"/>
              <a:gd name="connsiteY13" fmla="*/ 403972 h 800100"/>
              <a:gd name="connsiteX14" fmla="*/ 426524 w 923645"/>
              <a:gd name="connsiteY14" fmla="*/ 403972 h 800100"/>
              <a:gd name="connsiteX15" fmla="*/ 426524 w 923645"/>
              <a:gd name="connsiteY15" fmla="*/ 800100 h 800100"/>
              <a:gd name="connsiteX16" fmla="*/ 0 w 923645"/>
              <a:gd name="connsiteY16" fmla="*/ 800100 h 800100"/>
              <a:gd name="connsiteX17" fmla="*/ 0 w 923645"/>
              <a:gd name="connsiteY17" fmla="*/ 471628 h 800100"/>
              <a:gd name="connsiteX18" fmla="*/ 75499 w 923645"/>
              <a:gd name="connsiteY18" fmla="*/ 185317 h 800100"/>
              <a:gd name="connsiteX19" fmla="*/ 334356 w 923645"/>
              <a:gd name="connsiteY19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23645" h="800100">
                <a:moveTo>
                  <a:pt x="831476" y="0"/>
                </a:moveTo>
                <a:lnTo>
                  <a:pt x="923645" y="174531"/>
                </a:lnTo>
                <a:cubicBezTo>
                  <a:pt x="848472" y="209830"/>
                  <a:pt x="796505" y="244966"/>
                  <a:pt x="767743" y="279937"/>
                </a:cubicBezTo>
                <a:cubicBezTo>
                  <a:pt x="738982" y="314909"/>
                  <a:pt x="722966" y="356254"/>
                  <a:pt x="719698" y="403972"/>
                </a:cubicBezTo>
                <a:lnTo>
                  <a:pt x="923645" y="403972"/>
                </a:lnTo>
                <a:lnTo>
                  <a:pt x="923645" y="800100"/>
                </a:lnTo>
                <a:lnTo>
                  <a:pt x="497121" y="800100"/>
                </a:lnTo>
                <a:lnTo>
                  <a:pt x="497121" y="471628"/>
                </a:lnTo>
                <a:cubicBezTo>
                  <a:pt x="497121" y="350697"/>
                  <a:pt x="522288" y="255261"/>
                  <a:pt x="572621" y="185317"/>
                </a:cubicBezTo>
                <a:cubicBezTo>
                  <a:pt x="622954" y="115374"/>
                  <a:pt x="709239" y="53601"/>
                  <a:pt x="831476" y="0"/>
                </a:cubicBezTo>
                <a:close/>
                <a:moveTo>
                  <a:pt x="334356" y="0"/>
                </a:moveTo>
                <a:lnTo>
                  <a:pt x="426524" y="174531"/>
                </a:lnTo>
                <a:cubicBezTo>
                  <a:pt x="351351" y="209830"/>
                  <a:pt x="299384" y="244966"/>
                  <a:pt x="270622" y="279937"/>
                </a:cubicBezTo>
                <a:cubicBezTo>
                  <a:pt x="241860" y="314909"/>
                  <a:pt x="225845" y="356254"/>
                  <a:pt x="222577" y="403972"/>
                </a:cubicBezTo>
                <a:lnTo>
                  <a:pt x="426524" y="403972"/>
                </a:lnTo>
                <a:lnTo>
                  <a:pt x="426524" y="800100"/>
                </a:lnTo>
                <a:lnTo>
                  <a:pt x="0" y="800100"/>
                </a:lnTo>
                <a:lnTo>
                  <a:pt x="0" y="471628"/>
                </a:lnTo>
                <a:cubicBezTo>
                  <a:pt x="0" y="350697"/>
                  <a:pt x="25167" y="255261"/>
                  <a:pt x="75499" y="185317"/>
                </a:cubicBezTo>
                <a:cubicBezTo>
                  <a:pt x="125833" y="115374"/>
                  <a:pt x="212118" y="53601"/>
                  <a:pt x="33435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Freeform 12"/>
          <p:cNvSpPr>
            <a:spLocks noChangeAspect="1"/>
          </p:cNvSpPr>
          <p:nvPr userDrawn="1"/>
        </p:nvSpPr>
        <p:spPr bwMode="auto">
          <a:xfrm>
            <a:off x="10363200" y="3886200"/>
            <a:ext cx="1055590" cy="914400"/>
          </a:xfrm>
          <a:custGeom>
            <a:avLst/>
            <a:gdLst>
              <a:gd name="connsiteX0" fmla="*/ 752200 w 1397580"/>
              <a:gd name="connsiteY0" fmla="*/ 0 h 1210643"/>
              <a:gd name="connsiteX1" fmla="*/ 1397580 w 1397580"/>
              <a:gd name="connsiteY1" fmla="*/ 0 h 1210643"/>
              <a:gd name="connsiteX2" fmla="*/ 1397580 w 1397580"/>
              <a:gd name="connsiteY2" fmla="*/ 497016 h 1210643"/>
              <a:gd name="connsiteX3" fmla="*/ 1283340 w 1397580"/>
              <a:gd name="connsiteY3" fmla="*/ 930978 h 1210643"/>
              <a:gd name="connsiteX4" fmla="*/ 893145 w 1397580"/>
              <a:gd name="connsiteY4" fmla="*/ 1210643 h 1210643"/>
              <a:gd name="connsiteX5" fmla="*/ 752200 w 1397580"/>
              <a:gd name="connsiteY5" fmla="*/ 946556 h 1210643"/>
              <a:gd name="connsiteX6" fmla="*/ 988839 w 1397580"/>
              <a:gd name="connsiteY6" fmla="*/ 787066 h 1210643"/>
              <a:gd name="connsiteX7" fmla="*/ 1060796 w 1397580"/>
              <a:gd name="connsiteY7" fmla="*/ 599387 h 1210643"/>
              <a:gd name="connsiteX8" fmla="*/ 752200 w 1397580"/>
              <a:gd name="connsiteY8" fmla="*/ 599387 h 1210643"/>
              <a:gd name="connsiteX9" fmla="*/ 0 w 1397580"/>
              <a:gd name="connsiteY9" fmla="*/ 0 h 1210643"/>
              <a:gd name="connsiteX10" fmla="*/ 645379 w 1397580"/>
              <a:gd name="connsiteY10" fmla="*/ 0 h 1210643"/>
              <a:gd name="connsiteX11" fmla="*/ 645379 w 1397580"/>
              <a:gd name="connsiteY11" fmla="*/ 497016 h 1210643"/>
              <a:gd name="connsiteX12" fmla="*/ 531140 w 1397580"/>
              <a:gd name="connsiteY12" fmla="*/ 930978 h 1210643"/>
              <a:gd name="connsiteX13" fmla="*/ 140945 w 1397580"/>
              <a:gd name="connsiteY13" fmla="*/ 1210643 h 1210643"/>
              <a:gd name="connsiteX14" fmla="*/ 0 w 1397580"/>
              <a:gd name="connsiteY14" fmla="*/ 946556 h 1210643"/>
              <a:gd name="connsiteX15" fmla="*/ 236639 w 1397580"/>
              <a:gd name="connsiteY15" fmla="*/ 787066 h 1210643"/>
              <a:gd name="connsiteX16" fmla="*/ 308595 w 1397580"/>
              <a:gd name="connsiteY16" fmla="*/ 599387 h 1210643"/>
              <a:gd name="connsiteX17" fmla="*/ 0 w 1397580"/>
              <a:gd name="connsiteY17" fmla="*/ 599387 h 1210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397580" h="1210643">
                <a:moveTo>
                  <a:pt x="752200" y="0"/>
                </a:moveTo>
                <a:lnTo>
                  <a:pt x="1397580" y="0"/>
                </a:lnTo>
                <a:lnTo>
                  <a:pt x="1397580" y="497016"/>
                </a:lnTo>
                <a:cubicBezTo>
                  <a:pt x="1397580" y="679998"/>
                  <a:pt x="1359500" y="824652"/>
                  <a:pt x="1283340" y="930978"/>
                </a:cubicBezTo>
                <a:cubicBezTo>
                  <a:pt x="1207181" y="1037306"/>
                  <a:pt x="1077116" y="1130527"/>
                  <a:pt x="893145" y="1210643"/>
                </a:cubicBezTo>
                <a:lnTo>
                  <a:pt x="752200" y="946556"/>
                </a:lnTo>
                <a:cubicBezTo>
                  <a:pt x="866935" y="893146"/>
                  <a:pt x="945814" y="839983"/>
                  <a:pt x="988839" y="787066"/>
                </a:cubicBezTo>
                <a:cubicBezTo>
                  <a:pt x="1031865" y="734150"/>
                  <a:pt x="1055850" y="671590"/>
                  <a:pt x="1060796" y="599387"/>
                </a:cubicBezTo>
                <a:lnTo>
                  <a:pt x="752200" y="599387"/>
                </a:lnTo>
                <a:close/>
                <a:moveTo>
                  <a:pt x="0" y="0"/>
                </a:moveTo>
                <a:lnTo>
                  <a:pt x="645379" y="0"/>
                </a:lnTo>
                <a:lnTo>
                  <a:pt x="645379" y="497016"/>
                </a:lnTo>
                <a:cubicBezTo>
                  <a:pt x="645379" y="679998"/>
                  <a:pt x="607299" y="824652"/>
                  <a:pt x="531140" y="930978"/>
                </a:cubicBezTo>
                <a:cubicBezTo>
                  <a:pt x="454980" y="1037306"/>
                  <a:pt x="324915" y="1130527"/>
                  <a:pt x="140945" y="1210643"/>
                </a:cubicBezTo>
                <a:lnTo>
                  <a:pt x="0" y="946556"/>
                </a:lnTo>
                <a:cubicBezTo>
                  <a:pt x="114734" y="893146"/>
                  <a:pt x="193614" y="839983"/>
                  <a:pt x="236639" y="787066"/>
                </a:cubicBezTo>
                <a:cubicBezTo>
                  <a:pt x="279664" y="734150"/>
                  <a:pt x="303650" y="671590"/>
                  <a:pt x="308595" y="599387"/>
                </a:cubicBezTo>
                <a:lnTo>
                  <a:pt x="0" y="599387"/>
                </a:lnTo>
                <a:close/>
              </a:path>
            </a:pathLst>
          </a:cu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914086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AC29E-186A-46A5-8C20-9D17D84F1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D2BAF-5F1C-4995-AC68-7251935C0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45817B-0075-4442-8FC5-6345A428D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030350-B5AC-4494-8F19-E116B952C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92305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D26AC1-0738-4DF2-AD94-A51900A39340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9820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auto">
          <a:xfrm>
            <a:off x="11811000" y="0"/>
            <a:ext cx="381000" cy="6858000"/>
          </a:xfrm>
          <a:prstGeom prst="rect">
            <a:avLst/>
          </a:pr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664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2880"/>
            <a:ext cx="11430000" cy="914400"/>
          </a:xfr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</p:spPr>
        <p:txBody>
          <a:bodyPr wrap="square" lIns="91440" tIns="45720" bIns="0">
            <a:noAutofit/>
          </a:bodyPr>
          <a:lstStyle>
            <a:lvl1pPr>
              <a:lnSpc>
                <a:spcPct val="85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2029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EBF06C-5074-4EAE-BC2A-F332C3F56963}"/>
              </a:ext>
            </a:extLst>
          </p:cNvPr>
          <p:cNvSpPr/>
          <p:nvPr userDrawn="1"/>
        </p:nvSpPr>
        <p:spPr bwMode="auto">
          <a:xfrm>
            <a:off x="0" y="0"/>
            <a:ext cx="5181600" cy="6858000"/>
          </a:xfrm>
          <a:prstGeom prst="rect">
            <a:avLst/>
          </a:prstGeom>
          <a:solidFill>
            <a:schemeClr val="bg2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2162"/>
            <a:ext cx="4572000" cy="2738438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2C5FA-CA46-428D-86B4-114D455DD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10200" y="2062162"/>
            <a:ext cx="6400800" cy="2738438"/>
          </a:xfrm>
        </p:spPr>
        <p:txBody>
          <a:bodyPr anchor="ctr">
            <a:normAutofit/>
          </a:bodyPr>
          <a:lstStyle>
            <a:lvl1pPr marL="344488" indent="-231775"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284022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75844" y="274320"/>
            <a:ext cx="11640312" cy="6309360"/>
          </a:xfrm>
          <a:solidFill>
            <a:schemeClr val="accent5"/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43400"/>
            <a:ext cx="10972800" cy="1828800"/>
          </a:xfrm>
        </p:spPr>
        <p:txBody>
          <a:bodyPr anchor="ctr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3598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EBF06C-5074-4EAE-BC2A-F332C3F56963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1120"/>
            <a:ext cx="10972800" cy="1375761"/>
          </a:xfrm>
        </p:spPr>
        <p:txBody>
          <a:bodyPr anchor="ctr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210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69C1-E12B-47DC-B940-4CCC0050F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E70E-01FE-4CE1-AB12-E189F3DA6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5486401" cy="52577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143000"/>
            <a:ext cx="54864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D73376-94BB-492C-AF76-9515704F134A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95721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69C1-E12B-47DC-B940-4CCC0050F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E70E-01FE-4CE1-AB12-E189F3DA6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1" y="1143000"/>
            <a:ext cx="3657600" cy="52577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7200" y="1143000"/>
            <a:ext cx="36576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53400" y="1143000"/>
            <a:ext cx="36576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DD73376-94BB-492C-AF76-9515704F134A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375498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69C1-E12B-47DC-B940-4CCC0050F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1"/>
            <a:ext cx="11430000" cy="6857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E70E-01FE-4CE1-AB12-E189F3DA6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2743200" cy="52577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76600" y="1143000"/>
            <a:ext cx="27432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72200" y="1143000"/>
            <a:ext cx="27432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067800" y="1143000"/>
            <a:ext cx="27432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D73376-94BB-492C-AF76-9515704F134A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04241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D16C-54A6-49F8-B806-2A5E40D9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599"/>
            <a:ext cx="11430000" cy="6858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73B88-8C85-48B5-B983-652E24550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028701"/>
            <a:ext cx="5486400" cy="457200"/>
          </a:xfrm>
          <a:solidFill>
            <a:schemeClr val="accent2"/>
          </a:solidFill>
        </p:spPr>
        <p:txBody>
          <a:bodyPr l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44B90-9FC9-4A14-A38A-3C23A060E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1600202"/>
            <a:ext cx="54864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028701"/>
            <a:ext cx="5486398" cy="457200"/>
          </a:xfrm>
          <a:solidFill>
            <a:schemeClr val="accent2"/>
          </a:solidFill>
        </p:spPr>
        <p:txBody>
          <a:bodyPr l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599" y="1600202"/>
            <a:ext cx="5486399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47176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D16C-54A6-49F8-B806-2A5E40D9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599"/>
            <a:ext cx="11430000" cy="6858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73B88-8C85-48B5-B983-652E24550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028701"/>
            <a:ext cx="3657600" cy="457200"/>
          </a:xfrm>
          <a:solidFill>
            <a:schemeClr val="accent2"/>
          </a:solidFill>
        </p:spPr>
        <p:txBody>
          <a:bodyPr lIns="91440" tIns="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44B90-9FC9-4A14-A38A-3C23A060E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1600202"/>
            <a:ext cx="36576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67200" y="1028701"/>
            <a:ext cx="3657600" cy="457200"/>
          </a:xfrm>
          <a:solidFill>
            <a:schemeClr val="accent2"/>
          </a:solidFill>
        </p:spPr>
        <p:txBody>
          <a:bodyPr lIns="91440" tIns="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67200" y="1600202"/>
            <a:ext cx="36576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53400" y="1028701"/>
            <a:ext cx="3657600" cy="457200"/>
          </a:xfrm>
          <a:solidFill>
            <a:schemeClr val="accent2"/>
          </a:solidFill>
        </p:spPr>
        <p:txBody>
          <a:bodyPr lIns="91440" tIns="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53400" y="1600202"/>
            <a:ext cx="36576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9508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D16C-54A6-49F8-B806-2A5E40D9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599"/>
            <a:ext cx="11430000" cy="6858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73B88-8C85-48B5-B983-652E24550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44B90-9FC9-4A14-A38A-3C23A060E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76601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76601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72201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72201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67800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67800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29598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89447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Pal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480989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Ligh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1772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Medium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342971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88422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509693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Prima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19670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Secondar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2655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Tertiary">
    <p:bg>
      <p:bgPr>
        <a:solidFill>
          <a:srgbClr val="0058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34866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Gradient">
    <p:bg>
      <p:bgPr>
        <a:gradFill flip="none" rotWithShape="1">
          <a:gsLst>
            <a:gs pos="0">
              <a:schemeClr val="accent2"/>
            </a:gs>
            <a:gs pos="100000">
              <a:schemeClr val="accent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787189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 noChangeAspect="1"/>
          </p:cNvGrpSpPr>
          <p:nvPr userDrawn="1"/>
        </p:nvGrpSpPr>
        <p:grpSpPr>
          <a:xfrm>
            <a:off x="4724400" y="2057400"/>
            <a:ext cx="2743200" cy="2743200"/>
            <a:chOff x="4724400" y="2057400"/>
            <a:chExt cx="2743200" cy="27432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8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25444580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nimated 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rapezoid 12">
            <a:extLst>
              <a:ext uri="{FF2B5EF4-FFF2-40B4-BE49-F238E27FC236}">
                <a16:creationId xmlns:a16="http://schemas.microsoft.com/office/drawing/2014/main" id="{5DD5D4CC-621C-41F8-8ABA-55DAA028ECBB}"/>
              </a:ext>
            </a:extLst>
          </p:cNvPr>
          <p:cNvSpPr/>
          <p:nvPr userDrawn="1"/>
        </p:nvSpPr>
        <p:spPr>
          <a:xfrm rot="10800000">
            <a:off x="4724400" y="4191000"/>
            <a:ext cx="2743200" cy="609600"/>
          </a:xfrm>
          <a:prstGeom prst="trapezoid">
            <a:avLst>
              <a:gd name="adj" fmla="val 11742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grpSp>
        <p:nvGrpSpPr>
          <p:cNvPr id="2" name="Group 1"/>
          <p:cNvGrpSpPr>
            <a:grpSpLocks noChangeAspect="1"/>
          </p:cNvGrpSpPr>
          <p:nvPr userDrawn="1"/>
        </p:nvGrpSpPr>
        <p:grpSpPr>
          <a:xfrm>
            <a:off x="4724400" y="2057400"/>
            <a:ext cx="2743200" cy="2743200"/>
            <a:chOff x="4724400" y="2057400"/>
            <a:chExt cx="2743200" cy="27432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31993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79028 L 5.55112E-17 0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951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7007 L 0 0.0444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724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" presetClass="emp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</p:cBhvr>
                                      <p:by x="100000" y="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3" grpId="2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1"/>
          <p:cNvSpPr>
            <a:spLocks noEditPoints="1"/>
          </p:cNvSpPr>
          <p:nvPr userDrawn="1"/>
        </p:nvSpPr>
        <p:spPr bwMode="auto">
          <a:xfrm>
            <a:off x="5155469" y="3117914"/>
            <a:ext cx="1881062" cy="622172"/>
          </a:xfrm>
          <a:custGeom>
            <a:avLst/>
            <a:gdLst>
              <a:gd name="T0" fmla="*/ 0 w 1119"/>
              <a:gd name="T1" fmla="*/ 30 h 369"/>
              <a:gd name="T2" fmla="*/ 62 w 1119"/>
              <a:gd name="T3" fmla="*/ 32 h 369"/>
              <a:gd name="T4" fmla="*/ 166 w 1119"/>
              <a:gd name="T5" fmla="*/ 30 h 369"/>
              <a:gd name="T6" fmla="*/ 228 w 1119"/>
              <a:gd name="T7" fmla="*/ 32 h 369"/>
              <a:gd name="T8" fmla="*/ 165 w 1119"/>
              <a:gd name="T9" fmla="*/ 280 h 369"/>
              <a:gd name="T10" fmla="*/ 62 w 1119"/>
              <a:gd name="T11" fmla="*/ 160 h 369"/>
              <a:gd name="T12" fmla="*/ 0 w 1119"/>
              <a:gd name="T13" fmla="*/ 280 h 369"/>
              <a:gd name="T14" fmla="*/ 285 w 1119"/>
              <a:gd name="T15" fmla="*/ 340 h 369"/>
              <a:gd name="T16" fmla="*/ 340 w 1119"/>
              <a:gd name="T17" fmla="*/ 280 h 369"/>
              <a:gd name="T18" fmla="*/ 246 w 1119"/>
              <a:gd name="T19" fmla="*/ 87 h 369"/>
              <a:gd name="T20" fmla="*/ 341 w 1119"/>
              <a:gd name="T21" fmla="*/ 225 h 369"/>
              <a:gd name="T22" fmla="*/ 371 w 1119"/>
              <a:gd name="T23" fmla="*/ 106 h 369"/>
              <a:gd name="T24" fmla="*/ 426 w 1119"/>
              <a:gd name="T25" fmla="*/ 108 h 369"/>
              <a:gd name="T26" fmla="*/ 372 w 1119"/>
              <a:gd name="T27" fmla="*/ 264 h 369"/>
              <a:gd name="T28" fmla="*/ 335 w 1119"/>
              <a:gd name="T29" fmla="*/ 342 h 369"/>
              <a:gd name="T30" fmla="*/ 281 w 1119"/>
              <a:gd name="T31" fmla="*/ 369 h 369"/>
              <a:gd name="T32" fmla="*/ 271 w 1119"/>
              <a:gd name="T33" fmla="*/ 339 h 369"/>
              <a:gd name="T34" fmla="*/ 437 w 1119"/>
              <a:gd name="T35" fmla="*/ 22 h 369"/>
              <a:gd name="T36" fmla="*/ 498 w 1119"/>
              <a:gd name="T37" fmla="*/ 262 h 369"/>
              <a:gd name="T38" fmla="*/ 435 w 1119"/>
              <a:gd name="T39" fmla="*/ 266 h 369"/>
              <a:gd name="T40" fmla="*/ 575 w 1119"/>
              <a:gd name="T41" fmla="*/ 177 h 369"/>
              <a:gd name="T42" fmla="*/ 641 w 1119"/>
              <a:gd name="T43" fmla="*/ 151 h 369"/>
              <a:gd name="T44" fmla="*/ 593 w 1119"/>
              <a:gd name="T45" fmla="*/ 107 h 369"/>
              <a:gd name="T46" fmla="*/ 543 w 1119"/>
              <a:gd name="T47" fmla="*/ 120 h 369"/>
              <a:gd name="T48" fmla="*/ 590 w 1119"/>
              <a:gd name="T49" fmla="*/ 85 h 369"/>
              <a:gd name="T50" fmla="*/ 668 w 1119"/>
              <a:gd name="T51" fmla="*/ 116 h 369"/>
              <a:gd name="T52" fmla="*/ 696 w 1119"/>
              <a:gd name="T53" fmla="*/ 277 h 369"/>
              <a:gd name="T54" fmla="*/ 650 w 1119"/>
              <a:gd name="T55" fmla="*/ 282 h 369"/>
              <a:gd name="T56" fmla="*/ 633 w 1119"/>
              <a:gd name="T57" fmla="*/ 271 h 369"/>
              <a:gd name="T58" fmla="*/ 561 w 1119"/>
              <a:gd name="T59" fmla="*/ 279 h 369"/>
              <a:gd name="T60" fmla="*/ 563 w 1119"/>
              <a:gd name="T61" fmla="*/ 225 h 369"/>
              <a:gd name="T62" fmla="*/ 604 w 1119"/>
              <a:gd name="T63" fmla="*/ 262 h 369"/>
              <a:gd name="T64" fmla="*/ 640 w 1119"/>
              <a:gd name="T65" fmla="*/ 248 h 369"/>
              <a:gd name="T66" fmla="*/ 608 w 1119"/>
              <a:gd name="T67" fmla="*/ 187 h 369"/>
              <a:gd name="T68" fmla="*/ 563 w 1119"/>
              <a:gd name="T69" fmla="*/ 225 h 369"/>
              <a:gd name="T70" fmla="*/ 701 w 1119"/>
              <a:gd name="T71" fmla="*/ 108 h 369"/>
              <a:gd name="T72" fmla="*/ 754 w 1119"/>
              <a:gd name="T73" fmla="*/ 112 h 369"/>
              <a:gd name="T74" fmla="*/ 824 w 1119"/>
              <a:gd name="T75" fmla="*/ 84 h 369"/>
              <a:gd name="T76" fmla="*/ 881 w 1119"/>
              <a:gd name="T77" fmla="*/ 165 h 369"/>
              <a:gd name="T78" fmla="*/ 822 w 1119"/>
              <a:gd name="T79" fmla="*/ 280 h 369"/>
              <a:gd name="T80" fmla="*/ 846 w 1119"/>
              <a:gd name="T81" fmla="*/ 143 h 369"/>
              <a:gd name="T82" fmla="*/ 783 w 1119"/>
              <a:gd name="T83" fmla="*/ 114 h 369"/>
              <a:gd name="T84" fmla="*/ 784 w 1119"/>
              <a:gd name="T85" fmla="*/ 280 h 369"/>
              <a:gd name="T86" fmla="*/ 947 w 1119"/>
              <a:gd name="T87" fmla="*/ 279 h 369"/>
              <a:gd name="T88" fmla="*/ 908 w 1119"/>
              <a:gd name="T89" fmla="*/ 144 h 369"/>
              <a:gd name="T90" fmla="*/ 1018 w 1119"/>
              <a:gd name="T91" fmla="*/ 83 h 369"/>
              <a:gd name="T92" fmla="*/ 996 w 1119"/>
              <a:gd name="T93" fmla="*/ 7 h 369"/>
              <a:gd name="T94" fmla="*/ 1089 w 1119"/>
              <a:gd name="T95" fmla="*/ 266 h 369"/>
              <a:gd name="T96" fmla="*/ 1062 w 1119"/>
              <a:gd name="T97" fmla="*/ 285 h 369"/>
              <a:gd name="T98" fmla="*/ 1035 w 1119"/>
              <a:gd name="T99" fmla="*/ 278 h 369"/>
              <a:gd name="T100" fmla="*/ 1014 w 1119"/>
              <a:gd name="T101" fmla="*/ 277 h 369"/>
              <a:gd name="T102" fmla="*/ 999 w 1119"/>
              <a:gd name="T103" fmla="*/ 260 h 369"/>
              <a:gd name="T104" fmla="*/ 1032 w 1119"/>
              <a:gd name="T105" fmla="*/ 114 h 369"/>
              <a:gd name="T106" fmla="*/ 996 w 1119"/>
              <a:gd name="T107" fmla="*/ 100 h 369"/>
              <a:gd name="T108" fmla="*/ 944 w 1119"/>
              <a:gd name="T109" fmla="*/ 132 h 369"/>
              <a:gd name="T110" fmla="*/ 950 w 1119"/>
              <a:gd name="T111" fmla="*/ 241 h 369"/>
              <a:gd name="T112" fmla="*/ 1119 w 1119"/>
              <a:gd name="T113" fmla="*/ 21 h 369"/>
              <a:gd name="T114" fmla="*/ 1098 w 1119"/>
              <a:gd name="T115" fmla="*/ 39 h 369"/>
              <a:gd name="T116" fmla="*/ 1098 w 1119"/>
              <a:gd name="T117" fmla="*/ 39 h 369"/>
              <a:gd name="T118" fmla="*/ 1101 w 1119"/>
              <a:gd name="T119" fmla="*/ 23 h 369"/>
              <a:gd name="T120" fmla="*/ 1094 w 1119"/>
              <a:gd name="T121" fmla="*/ 23 h 369"/>
              <a:gd name="T122" fmla="*/ 1094 w 1119"/>
              <a:gd name="T123" fmla="*/ 20 h 369"/>
              <a:gd name="T124" fmla="*/ 1094 w 1119"/>
              <a:gd name="T125" fmla="*/ 12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119" h="369">
                <a:moveTo>
                  <a:pt x="0" y="266"/>
                </a:moveTo>
                <a:cubicBezTo>
                  <a:pt x="29" y="260"/>
                  <a:pt x="29" y="260"/>
                  <a:pt x="29" y="260"/>
                </a:cubicBezTo>
                <a:cubicBezTo>
                  <a:pt x="29" y="33"/>
                  <a:pt x="29" y="33"/>
                  <a:pt x="29" y="33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13"/>
                  <a:pt x="0" y="13"/>
                  <a:pt x="0" y="13"/>
                </a:cubicBezTo>
                <a:cubicBezTo>
                  <a:pt x="90" y="13"/>
                  <a:pt x="90" y="13"/>
                  <a:pt x="90" y="13"/>
                </a:cubicBezTo>
                <a:cubicBezTo>
                  <a:pt x="90" y="30"/>
                  <a:pt x="90" y="30"/>
                  <a:pt x="90" y="30"/>
                </a:cubicBezTo>
                <a:cubicBezTo>
                  <a:pt x="62" y="32"/>
                  <a:pt x="62" y="32"/>
                  <a:pt x="62" y="32"/>
                </a:cubicBezTo>
                <a:cubicBezTo>
                  <a:pt x="62" y="140"/>
                  <a:pt x="62" y="140"/>
                  <a:pt x="62" y="140"/>
                </a:cubicBezTo>
                <a:cubicBezTo>
                  <a:pt x="194" y="140"/>
                  <a:pt x="194" y="140"/>
                  <a:pt x="194" y="140"/>
                </a:cubicBezTo>
                <a:cubicBezTo>
                  <a:pt x="194" y="32"/>
                  <a:pt x="194" y="32"/>
                  <a:pt x="194" y="32"/>
                </a:cubicBezTo>
                <a:cubicBezTo>
                  <a:pt x="166" y="30"/>
                  <a:pt x="166" y="30"/>
                  <a:pt x="166" y="30"/>
                </a:cubicBezTo>
                <a:cubicBezTo>
                  <a:pt x="166" y="13"/>
                  <a:pt x="166" y="13"/>
                  <a:pt x="166" y="13"/>
                </a:cubicBezTo>
                <a:cubicBezTo>
                  <a:pt x="256" y="13"/>
                  <a:pt x="256" y="13"/>
                  <a:pt x="256" y="13"/>
                </a:cubicBezTo>
                <a:cubicBezTo>
                  <a:pt x="256" y="30"/>
                  <a:pt x="256" y="30"/>
                  <a:pt x="256" y="30"/>
                </a:cubicBezTo>
                <a:cubicBezTo>
                  <a:pt x="228" y="32"/>
                  <a:pt x="228" y="32"/>
                  <a:pt x="228" y="32"/>
                </a:cubicBezTo>
                <a:cubicBezTo>
                  <a:pt x="228" y="260"/>
                  <a:pt x="228" y="260"/>
                  <a:pt x="228" y="260"/>
                </a:cubicBezTo>
                <a:cubicBezTo>
                  <a:pt x="257" y="266"/>
                  <a:pt x="257" y="266"/>
                  <a:pt x="257" y="266"/>
                </a:cubicBezTo>
                <a:cubicBezTo>
                  <a:pt x="257" y="280"/>
                  <a:pt x="257" y="280"/>
                  <a:pt x="257" y="280"/>
                </a:cubicBezTo>
                <a:cubicBezTo>
                  <a:pt x="165" y="280"/>
                  <a:pt x="165" y="280"/>
                  <a:pt x="165" y="280"/>
                </a:cubicBezTo>
                <a:cubicBezTo>
                  <a:pt x="165" y="266"/>
                  <a:pt x="165" y="266"/>
                  <a:pt x="165" y="266"/>
                </a:cubicBezTo>
                <a:cubicBezTo>
                  <a:pt x="194" y="261"/>
                  <a:pt x="194" y="261"/>
                  <a:pt x="194" y="261"/>
                </a:cubicBezTo>
                <a:cubicBezTo>
                  <a:pt x="194" y="160"/>
                  <a:pt x="194" y="160"/>
                  <a:pt x="194" y="160"/>
                </a:cubicBezTo>
                <a:cubicBezTo>
                  <a:pt x="62" y="160"/>
                  <a:pt x="62" y="160"/>
                  <a:pt x="62" y="160"/>
                </a:cubicBezTo>
                <a:cubicBezTo>
                  <a:pt x="62" y="260"/>
                  <a:pt x="62" y="260"/>
                  <a:pt x="62" y="260"/>
                </a:cubicBezTo>
                <a:cubicBezTo>
                  <a:pt x="92" y="266"/>
                  <a:pt x="92" y="266"/>
                  <a:pt x="92" y="266"/>
                </a:cubicBezTo>
                <a:cubicBezTo>
                  <a:pt x="92" y="280"/>
                  <a:pt x="92" y="280"/>
                  <a:pt x="92" y="280"/>
                </a:cubicBezTo>
                <a:cubicBezTo>
                  <a:pt x="0" y="280"/>
                  <a:pt x="0" y="280"/>
                  <a:pt x="0" y="280"/>
                </a:cubicBezTo>
                <a:lnTo>
                  <a:pt x="0" y="266"/>
                </a:lnTo>
                <a:close/>
                <a:moveTo>
                  <a:pt x="271" y="339"/>
                </a:moveTo>
                <a:cubicBezTo>
                  <a:pt x="273" y="339"/>
                  <a:pt x="275" y="340"/>
                  <a:pt x="278" y="340"/>
                </a:cubicBezTo>
                <a:cubicBezTo>
                  <a:pt x="280" y="340"/>
                  <a:pt x="283" y="340"/>
                  <a:pt x="285" y="340"/>
                </a:cubicBezTo>
                <a:cubicBezTo>
                  <a:pt x="289" y="340"/>
                  <a:pt x="293" y="340"/>
                  <a:pt x="298" y="338"/>
                </a:cubicBezTo>
                <a:cubicBezTo>
                  <a:pt x="303" y="337"/>
                  <a:pt x="308" y="334"/>
                  <a:pt x="313" y="330"/>
                </a:cubicBezTo>
                <a:cubicBezTo>
                  <a:pt x="318" y="325"/>
                  <a:pt x="323" y="319"/>
                  <a:pt x="327" y="311"/>
                </a:cubicBezTo>
                <a:cubicBezTo>
                  <a:pt x="332" y="303"/>
                  <a:pt x="336" y="293"/>
                  <a:pt x="340" y="280"/>
                </a:cubicBezTo>
                <a:cubicBezTo>
                  <a:pt x="333" y="280"/>
                  <a:pt x="333" y="280"/>
                  <a:pt x="333" y="280"/>
                </a:cubicBezTo>
                <a:cubicBezTo>
                  <a:pt x="263" y="109"/>
                  <a:pt x="263" y="109"/>
                  <a:pt x="263" y="109"/>
                </a:cubicBezTo>
                <a:cubicBezTo>
                  <a:pt x="246" y="106"/>
                  <a:pt x="246" y="106"/>
                  <a:pt x="246" y="106"/>
                </a:cubicBezTo>
                <a:cubicBezTo>
                  <a:pt x="246" y="87"/>
                  <a:pt x="246" y="87"/>
                  <a:pt x="246" y="87"/>
                </a:cubicBezTo>
                <a:cubicBezTo>
                  <a:pt x="325" y="87"/>
                  <a:pt x="325" y="87"/>
                  <a:pt x="325" y="87"/>
                </a:cubicBezTo>
                <a:cubicBezTo>
                  <a:pt x="325" y="106"/>
                  <a:pt x="325" y="106"/>
                  <a:pt x="325" y="106"/>
                </a:cubicBezTo>
                <a:cubicBezTo>
                  <a:pt x="300" y="109"/>
                  <a:pt x="300" y="109"/>
                  <a:pt x="300" y="109"/>
                </a:cubicBezTo>
                <a:cubicBezTo>
                  <a:pt x="341" y="225"/>
                  <a:pt x="341" y="225"/>
                  <a:pt x="341" y="225"/>
                </a:cubicBezTo>
                <a:cubicBezTo>
                  <a:pt x="352" y="260"/>
                  <a:pt x="352" y="260"/>
                  <a:pt x="352" y="260"/>
                </a:cubicBezTo>
                <a:cubicBezTo>
                  <a:pt x="362" y="225"/>
                  <a:pt x="362" y="225"/>
                  <a:pt x="362" y="225"/>
                </a:cubicBezTo>
                <a:cubicBezTo>
                  <a:pt x="397" y="109"/>
                  <a:pt x="397" y="109"/>
                  <a:pt x="397" y="109"/>
                </a:cubicBezTo>
                <a:cubicBezTo>
                  <a:pt x="371" y="106"/>
                  <a:pt x="371" y="106"/>
                  <a:pt x="371" y="106"/>
                </a:cubicBezTo>
                <a:cubicBezTo>
                  <a:pt x="371" y="87"/>
                  <a:pt x="371" y="87"/>
                  <a:pt x="371" y="87"/>
                </a:cubicBezTo>
                <a:cubicBezTo>
                  <a:pt x="445" y="87"/>
                  <a:pt x="445" y="87"/>
                  <a:pt x="445" y="87"/>
                </a:cubicBezTo>
                <a:cubicBezTo>
                  <a:pt x="445" y="106"/>
                  <a:pt x="445" y="106"/>
                  <a:pt x="445" y="106"/>
                </a:cubicBezTo>
                <a:cubicBezTo>
                  <a:pt x="426" y="108"/>
                  <a:pt x="426" y="108"/>
                  <a:pt x="426" y="108"/>
                </a:cubicBezTo>
                <a:cubicBezTo>
                  <a:pt x="418" y="131"/>
                  <a:pt x="411" y="150"/>
                  <a:pt x="405" y="167"/>
                </a:cubicBezTo>
                <a:cubicBezTo>
                  <a:pt x="400" y="184"/>
                  <a:pt x="395" y="199"/>
                  <a:pt x="390" y="211"/>
                </a:cubicBezTo>
                <a:cubicBezTo>
                  <a:pt x="386" y="223"/>
                  <a:pt x="382" y="234"/>
                  <a:pt x="379" y="243"/>
                </a:cubicBezTo>
                <a:cubicBezTo>
                  <a:pt x="376" y="251"/>
                  <a:pt x="374" y="258"/>
                  <a:pt x="372" y="264"/>
                </a:cubicBezTo>
                <a:cubicBezTo>
                  <a:pt x="370" y="270"/>
                  <a:pt x="368" y="274"/>
                  <a:pt x="367" y="278"/>
                </a:cubicBezTo>
                <a:cubicBezTo>
                  <a:pt x="365" y="282"/>
                  <a:pt x="364" y="284"/>
                  <a:pt x="363" y="287"/>
                </a:cubicBezTo>
                <a:cubicBezTo>
                  <a:pt x="359" y="298"/>
                  <a:pt x="354" y="309"/>
                  <a:pt x="350" y="318"/>
                </a:cubicBezTo>
                <a:cubicBezTo>
                  <a:pt x="345" y="327"/>
                  <a:pt x="340" y="335"/>
                  <a:pt x="335" y="342"/>
                </a:cubicBezTo>
                <a:cubicBezTo>
                  <a:pt x="330" y="348"/>
                  <a:pt x="325" y="354"/>
                  <a:pt x="319" y="358"/>
                </a:cubicBezTo>
                <a:cubicBezTo>
                  <a:pt x="313" y="362"/>
                  <a:pt x="307" y="365"/>
                  <a:pt x="300" y="367"/>
                </a:cubicBezTo>
                <a:cubicBezTo>
                  <a:pt x="295" y="368"/>
                  <a:pt x="290" y="369"/>
                  <a:pt x="285" y="369"/>
                </a:cubicBezTo>
                <a:cubicBezTo>
                  <a:pt x="283" y="369"/>
                  <a:pt x="282" y="369"/>
                  <a:pt x="281" y="369"/>
                </a:cubicBezTo>
                <a:cubicBezTo>
                  <a:pt x="279" y="369"/>
                  <a:pt x="278" y="368"/>
                  <a:pt x="277" y="368"/>
                </a:cubicBezTo>
                <a:cubicBezTo>
                  <a:pt x="275" y="368"/>
                  <a:pt x="274" y="368"/>
                  <a:pt x="273" y="367"/>
                </a:cubicBezTo>
                <a:cubicBezTo>
                  <a:pt x="272" y="367"/>
                  <a:pt x="271" y="367"/>
                  <a:pt x="271" y="366"/>
                </a:cubicBezTo>
                <a:lnTo>
                  <a:pt x="271" y="339"/>
                </a:lnTo>
                <a:close/>
                <a:moveTo>
                  <a:pt x="435" y="266"/>
                </a:moveTo>
                <a:cubicBezTo>
                  <a:pt x="465" y="262"/>
                  <a:pt x="465" y="262"/>
                  <a:pt x="465" y="262"/>
                </a:cubicBezTo>
                <a:cubicBezTo>
                  <a:pt x="465" y="29"/>
                  <a:pt x="465" y="29"/>
                  <a:pt x="465" y="29"/>
                </a:cubicBezTo>
                <a:cubicBezTo>
                  <a:pt x="437" y="22"/>
                  <a:pt x="437" y="22"/>
                  <a:pt x="437" y="22"/>
                </a:cubicBezTo>
                <a:cubicBezTo>
                  <a:pt x="437" y="7"/>
                  <a:pt x="437" y="7"/>
                  <a:pt x="437" y="7"/>
                </a:cubicBezTo>
                <a:cubicBezTo>
                  <a:pt x="491" y="0"/>
                  <a:pt x="491" y="0"/>
                  <a:pt x="491" y="0"/>
                </a:cubicBezTo>
                <a:cubicBezTo>
                  <a:pt x="498" y="4"/>
                  <a:pt x="498" y="4"/>
                  <a:pt x="498" y="4"/>
                </a:cubicBezTo>
                <a:cubicBezTo>
                  <a:pt x="498" y="262"/>
                  <a:pt x="498" y="262"/>
                  <a:pt x="498" y="262"/>
                </a:cubicBezTo>
                <a:cubicBezTo>
                  <a:pt x="529" y="266"/>
                  <a:pt x="529" y="266"/>
                  <a:pt x="529" y="266"/>
                </a:cubicBezTo>
                <a:cubicBezTo>
                  <a:pt x="529" y="280"/>
                  <a:pt x="529" y="280"/>
                  <a:pt x="529" y="280"/>
                </a:cubicBezTo>
                <a:cubicBezTo>
                  <a:pt x="435" y="280"/>
                  <a:pt x="435" y="280"/>
                  <a:pt x="435" y="280"/>
                </a:cubicBezTo>
                <a:lnTo>
                  <a:pt x="435" y="266"/>
                </a:lnTo>
                <a:close/>
                <a:moveTo>
                  <a:pt x="530" y="225"/>
                </a:moveTo>
                <a:cubicBezTo>
                  <a:pt x="530" y="217"/>
                  <a:pt x="533" y="210"/>
                  <a:pt x="537" y="204"/>
                </a:cubicBezTo>
                <a:cubicBezTo>
                  <a:pt x="542" y="198"/>
                  <a:pt x="547" y="192"/>
                  <a:pt x="553" y="188"/>
                </a:cubicBezTo>
                <a:cubicBezTo>
                  <a:pt x="560" y="184"/>
                  <a:pt x="567" y="180"/>
                  <a:pt x="575" y="177"/>
                </a:cubicBezTo>
                <a:cubicBezTo>
                  <a:pt x="583" y="174"/>
                  <a:pt x="591" y="172"/>
                  <a:pt x="599" y="170"/>
                </a:cubicBezTo>
                <a:cubicBezTo>
                  <a:pt x="607" y="169"/>
                  <a:pt x="614" y="167"/>
                  <a:pt x="622" y="167"/>
                </a:cubicBezTo>
                <a:cubicBezTo>
                  <a:pt x="629" y="166"/>
                  <a:pt x="635" y="166"/>
                  <a:pt x="641" y="166"/>
                </a:cubicBezTo>
                <a:cubicBezTo>
                  <a:pt x="641" y="151"/>
                  <a:pt x="641" y="151"/>
                  <a:pt x="641" y="151"/>
                </a:cubicBezTo>
                <a:cubicBezTo>
                  <a:pt x="641" y="142"/>
                  <a:pt x="639" y="134"/>
                  <a:pt x="637" y="128"/>
                </a:cubicBezTo>
                <a:cubicBezTo>
                  <a:pt x="635" y="123"/>
                  <a:pt x="631" y="118"/>
                  <a:pt x="627" y="115"/>
                </a:cubicBezTo>
                <a:cubicBezTo>
                  <a:pt x="623" y="112"/>
                  <a:pt x="618" y="110"/>
                  <a:pt x="612" y="109"/>
                </a:cubicBezTo>
                <a:cubicBezTo>
                  <a:pt x="606" y="107"/>
                  <a:pt x="600" y="107"/>
                  <a:pt x="593" y="107"/>
                </a:cubicBezTo>
                <a:cubicBezTo>
                  <a:pt x="590" y="107"/>
                  <a:pt x="586" y="107"/>
                  <a:pt x="582" y="108"/>
                </a:cubicBezTo>
                <a:cubicBezTo>
                  <a:pt x="578" y="108"/>
                  <a:pt x="574" y="109"/>
                  <a:pt x="569" y="110"/>
                </a:cubicBezTo>
                <a:cubicBezTo>
                  <a:pt x="565" y="112"/>
                  <a:pt x="561" y="113"/>
                  <a:pt x="556" y="115"/>
                </a:cubicBezTo>
                <a:cubicBezTo>
                  <a:pt x="552" y="116"/>
                  <a:pt x="547" y="118"/>
                  <a:pt x="543" y="120"/>
                </a:cubicBezTo>
                <a:cubicBezTo>
                  <a:pt x="537" y="104"/>
                  <a:pt x="537" y="104"/>
                  <a:pt x="537" y="104"/>
                </a:cubicBezTo>
                <a:cubicBezTo>
                  <a:pt x="541" y="101"/>
                  <a:pt x="546" y="98"/>
                  <a:pt x="553" y="95"/>
                </a:cubicBezTo>
                <a:cubicBezTo>
                  <a:pt x="559" y="93"/>
                  <a:pt x="565" y="91"/>
                  <a:pt x="572" y="89"/>
                </a:cubicBezTo>
                <a:cubicBezTo>
                  <a:pt x="578" y="87"/>
                  <a:pt x="584" y="86"/>
                  <a:pt x="590" y="85"/>
                </a:cubicBezTo>
                <a:cubicBezTo>
                  <a:pt x="597" y="84"/>
                  <a:pt x="602" y="84"/>
                  <a:pt x="606" y="84"/>
                </a:cubicBezTo>
                <a:cubicBezTo>
                  <a:pt x="615" y="84"/>
                  <a:pt x="624" y="85"/>
                  <a:pt x="632" y="87"/>
                </a:cubicBezTo>
                <a:cubicBezTo>
                  <a:pt x="640" y="89"/>
                  <a:pt x="648" y="92"/>
                  <a:pt x="654" y="97"/>
                </a:cubicBezTo>
                <a:cubicBezTo>
                  <a:pt x="660" y="102"/>
                  <a:pt x="665" y="108"/>
                  <a:pt x="668" y="116"/>
                </a:cubicBezTo>
                <a:cubicBezTo>
                  <a:pt x="672" y="124"/>
                  <a:pt x="674" y="134"/>
                  <a:pt x="674" y="147"/>
                </a:cubicBezTo>
                <a:cubicBezTo>
                  <a:pt x="674" y="266"/>
                  <a:pt x="674" y="266"/>
                  <a:pt x="674" y="266"/>
                </a:cubicBezTo>
                <a:cubicBezTo>
                  <a:pt x="696" y="266"/>
                  <a:pt x="696" y="266"/>
                  <a:pt x="696" y="266"/>
                </a:cubicBezTo>
                <a:cubicBezTo>
                  <a:pt x="696" y="277"/>
                  <a:pt x="696" y="277"/>
                  <a:pt x="696" y="277"/>
                </a:cubicBezTo>
                <a:cubicBezTo>
                  <a:pt x="692" y="279"/>
                  <a:pt x="687" y="281"/>
                  <a:pt x="681" y="282"/>
                </a:cubicBezTo>
                <a:cubicBezTo>
                  <a:pt x="675" y="284"/>
                  <a:pt x="669" y="284"/>
                  <a:pt x="663" y="284"/>
                </a:cubicBezTo>
                <a:cubicBezTo>
                  <a:pt x="661" y="284"/>
                  <a:pt x="659" y="284"/>
                  <a:pt x="656" y="284"/>
                </a:cubicBezTo>
                <a:cubicBezTo>
                  <a:pt x="654" y="284"/>
                  <a:pt x="652" y="283"/>
                  <a:pt x="650" y="282"/>
                </a:cubicBezTo>
                <a:cubicBezTo>
                  <a:pt x="648" y="281"/>
                  <a:pt x="646" y="279"/>
                  <a:pt x="645" y="276"/>
                </a:cubicBezTo>
                <a:cubicBezTo>
                  <a:pt x="643" y="274"/>
                  <a:pt x="643" y="271"/>
                  <a:pt x="643" y="266"/>
                </a:cubicBezTo>
                <a:cubicBezTo>
                  <a:pt x="643" y="262"/>
                  <a:pt x="643" y="262"/>
                  <a:pt x="643" y="262"/>
                </a:cubicBezTo>
                <a:cubicBezTo>
                  <a:pt x="640" y="265"/>
                  <a:pt x="637" y="268"/>
                  <a:pt x="633" y="271"/>
                </a:cubicBezTo>
                <a:cubicBezTo>
                  <a:pt x="630" y="273"/>
                  <a:pt x="625" y="276"/>
                  <a:pt x="621" y="278"/>
                </a:cubicBezTo>
                <a:cubicBezTo>
                  <a:pt x="616" y="280"/>
                  <a:pt x="611" y="281"/>
                  <a:pt x="605" y="283"/>
                </a:cubicBezTo>
                <a:cubicBezTo>
                  <a:pt x="599" y="284"/>
                  <a:pt x="592" y="284"/>
                  <a:pt x="585" y="284"/>
                </a:cubicBezTo>
                <a:cubicBezTo>
                  <a:pt x="576" y="284"/>
                  <a:pt x="568" y="283"/>
                  <a:pt x="561" y="279"/>
                </a:cubicBezTo>
                <a:cubicBezTo>
                  <a:pt x="554" y="276"/>
                  <a:pt x="547" y="272"/>
                  <a:pt x="543" y="266"/>
                </a:cubicBezTo>
                <a:cubicBezTo>
                  <a:pt x="538" y="261"/>
                  <a:pt x="534" y="255"/>
                  <a:pt x="532" y="248"/>
                </a:cubicBezTo>
                <a:cubicBezTo>
                  <a:pt x="529" y="240"/>
                  <a:pt x="529" y="233"/>
                  <a:pt x="530" y="225"/>
                </a:cubicBezTo>
                <a:close/>
                <a:moveTo>
                  <a:pt x="563" y="225"/>
                </a:moveTo>
                <a:cubicBezTo>
                  <a:pt x="563" y="232"/>
                  <a:pt x="564" y="238"/>
                  <a:pt x="566" y="243"/>
                </a:cubicBezTo>
                <a:cubicBezTo>
                  <a:pt x="568" y="247"/>
                  <a:pt x="570" y="251"/>
                  <a:pt x="574" y="254"/>
                </a:cubicBezTo>
                <a:cubicBezTo>
                  <a:pt x="577" y="257"/>
                  <a:pt x="582" y="259"/>
                  <a:pt x="587" y="260"/>
                </a:cubicBezTo>
                <a:cubicBezTo>
                  <a:pt x="592" y="262"/>
                  <a:pt x="597" y="262"/>
                  <a:pt x="604" y="262"/>
                </a:cubicBezTo>
                <a:cubicBezTo>
                  <a:pt x="607" y="262"/>
                  <a:pt x="611" y="262"/>
                  <a:pt x="614" y="261"/>
                </a:cubicBezTo>
                <a:cubicBezTo>
                  <a:pt x="618" y="260"/>
                  <a:pt x="621" y="259"/>
                  <a:pt x="624" y="258"/>
                </a:cubicBezTo>
                <a:cubicBezTo>
                  <a:pt x="628" y="256"/>
                  <a:pt x="631" y="255"/>
                  <a:pt x="634" y="253"/>
                </a:cubicBezTo>
                <a:cubicBezTo>
                  <a:pt x="636" y="251"/>
                  <a:pt x="639" y="249"/>
                  <a:pt x="640" y="248"/>
                </a:cubicBezTo>
                <a:cubicBezTo>
                  <a:pt x="640" y="237"/>
                  <a:pt x="640" y="226"/>
                  <a:pt x="640" y="215"/>
                </a:cubicBezTo>
                <a:cubicBezTo>
                  <a:pt x="640" y="205"/>
                  <a:pt x="641" y="194"/>
                  <a:pt x="641" y="183"/>
                </a:cubicBezTo>
                <a:cubicBezTo>
                  <a:pt x="636" y="183"/>
                  <a:pt x="631" y="184"/>
                  <a:pt x="625" y="184"/>
                </a:cubicBezTo>
                <a:cubicBezTo>
                  <a:pt x="619" y="185"/>
                  <a:pt x="613" y="186"/>
                  <a:pt x="608" y="187"/>
                </a:cubicBezTo>
                <a:cubicBezTo>
                  <a:pt x="602" y="188"/>
                  <a:pt x="596" y="190"/>
                  <a:pt x="591" y="192"/>
                </a:cubicBezTo>
                <a:cubicBezTo>
                  <a:pt x="585" y="194"/>
                  <a:pt x="581" y="196"/>
                  <a:pt x="577" y="200"/>
                </a:cubicBezTo>
                <a:cubicBezTo>
                  <a:pt x="572" y="203"/>
                  <a:pt x="569" y="206"/>
                  <a:pt x="567" y="211"/>
                </a:cubicBezTo>
                <a:cubicBezTo>
                  <a:pt x="564" y="215"/>
                  <a:pt x="563" y="220"/>
                  <a:pt x="563" y="225"/>
                </a:cubicBezTo>
                <a:close/>
                <a:moveTo>
                  <a:pt x="702" y="266"/>
                </a:moveTo>
                <a:cubicBezTo>
                  <a:pt x="725" y="262"/>
                  <a:pt x="725" y="262"/>
                  <a:pt x="725" y="262"/>
                </a:cubicBezTo>
                <a:cubicBezTo>
                  <a:pt x="725" y="122"/>
                  <a:pt x="725" y="122"/>
                  <a:pt x="725" y="122"/>
                </a:cubicBezTo>
                <a:cubicBezTo>
                  <a:pt x="701" y="108"/>
                  <a:pt x="701" y="108"/>
                  <a:pt x="701" y="108"/>
                </a:cubicBezTo>
                <a:cubicBezTo>
                  <a:pt x="701" y="98"/>
                  <a:pt x="701" y="98"/>
                  <a:pt x="701" y="98"/>
                </a:cubicBezTo>
                <a:cubicBezTo>
                  <a:pt x="746" y="84"/>
                  <a:pt x="746" y="84"/>
                  <a:pt x="746" y="84"/>
                </a:cubicBezTo>
                <a:cubicBezTo>
                  <a:pt x="754" y="87"/>
                  <a:pt x="754" y="87"/>
                  <a:pt x="754" y="87"/>
                </a:cubicBezTo>
                <a:cubicBezTo>
                  <a:pt x="754" y="112"/>
                  <a:pt x="754" y="112"/>
                  <a:pt x="754" y="112"/>
                </a:cubicBezTo>
                <a:cubicBezTo>
                  <a:pt x="758" y="109"/>
                  <a:pt x="763" y="105"/>
                  <a:pt x="768" y="102"/>
                </a:cubicBezTo>
                <a:cubicBezTo>
                  <a:pt x="774" y="99"/>
                  <a:pt x="780" y="96"/>
                  <a:pt x="786" y="93"/>
                </a:cubicBezTo>
                <a:cubicBezTo>
                  <a:pt x="792" y="91"/>
                  <a:pt x="798" y="88"/>
                  <a:pt x="805" y="87"/>
                </a:cubicBezTo>
                <a:cubicBezTo>
                  <a:pt x="812" y="85"/>
                  <a:pt x="818" y="84"/>
                  <a:pt x="824" y="84"/>
                </a:cubicBezTo>
                <a:cubicBezTo>
                  <a:pt x="834" y="84"/>
                  <a:pt x="843" y="85"/>
                  <a:pt x="850" y="88"/>
                </a:cubicBezTo>
                <a:cubicBezTo>
                  <a:pt x="858" y="91"/>
                  <a:pt x="864" y="96"/>
                  <a:pt x="868" y="102"/>
                </a:cubicBezTo>
                <a:cubicBezTo>
                  <a:pt x="873" y="109"/>
                  <a:pt x="876" y="117"/>
                  <a:pt x="878" y="128"/>
                </a:cubicBezTo>
                <a:cubicBezTo>
                  <a:pt x="880" y="138"/>
                  <a:pt x="881" y="150"/>
                  <a:pt x="881" y="165"/>
                </a:cubicBezTo>
                <a:cubicBezTo>
                  <a:pt x="881" y="262"/>
                  <a:pt x="881" y="262"/>
                  <a:pt x="881" y="262"/>
                </a:cubicBezTo>
                <a:cubicBezTo>
                  <a:pt x="908" y="266"/>
                  <a:pt x="908" y="266"/>
                  <a:pt x="908" y="266"/>
                </a:cubicBezTo>
                <a:cubicBezTo>
                  <a:pt x="908" y="280"/>
                  <a:pt x="908" y="280"/>
                  <a:pt x="908" y="280"/>
                </a:cubicBezTo>
                <a:cubicBezTo>
                  <a:pt x="822" y="280"/>
                  <a:pt x="822" y="280"/>
                  <a:pt x="822" y="280"/>
                </a:cubicBezTo>
                <a:cubicBezTo>
                  <a:pt x="822" y="266"/>
                  <a:pt x="822" y="266"/>
                  <a:pt x="822" y="266"/>
                </a:cubicBezTo>
                <a:cubicBezTo>
                  <a:pt x="848" y="262"/>
                  <a:pt x="848" y="262"/>
                  <a:pt x="848" y="262"/>
                </a:cubicBezTo>
                <a:cubicBezTo>
                  <a:pt x="848" y="171"/>
                  <a:pt x="848" y="171"/>
                  <a:pt x="848" y="171"/>
                </a:cubicBezTo>
                <a:cubicBezTo>
                  <a:pt x="848" y="160"/>
                  <a:pt x="847" y="151"/>
                  <a:pt x="846" y="143"/>
                </a:cubicBezTo>
                <a:cubicBezTo>
                  <a:pt x="845" y="135"/>
                  <a:pt x="843" y="129"/>
                  <a:pt x="840" y="124"/>
                </a:cubicBezTo>
                <a:cubicBezTo>
                  <a:pt x="837" y="118"/>
                  <a:pt x="833" y="115"/>
                  <a:pt x="827" y="112"/>
                </a:cubicBezTo>
                <a:cubicBezTo>
                  <a:pt x="822" y="110"/>
                  <a:pt x="815" y="109"/>
                  <a:pt x="806" y="109"/>
                </a:cubicBezTo>
                <a:cubicBezTo>
                  <a:pt x="799" y="109"/>
                  <a:pt x="791" y="111"/>
                  <a:pt x="783" y="114"/>
                </a:cubicBezTo>
                <a:cubicBezTo>
                  <a:pt x="776" y="117"/>
                  <a:pt x="767" y="121"/>
                  <a:pt x="758" y="127"/>
                </a:cubicBezTo>
                <a:cubicBezTo>
                  <a:pt x="758" y="262"/>
                  <a:pt x="758" y="262"/>
                  <a:pt x="758" y="262"/>
                </a:cubicBezTo>
                <a:cubicBezTo>
                  <a:pt x="784" y="266"/>
                  <a:pt x="784" y="266"/>
                  <a:pt x="784" y="266"/>
                </a:cubicBezTo>
                <a:cubicBezTo>
                  <a:pt x="784" y="280"/>
                  <a:pt x="784" y="280"/>
                  <a:pt x="784" y="280"/>
                </a:cubicBezTo>
                <a:cubicBezTo>
                  <a:pt x="702" y="280"/>
                  <a:pt x="702" y="280"/>
                  <a:pt x="702" y="280"/>
                </a:cubicBezTo>
                <a:lnTo>
                  <a:pt x="702" y="266"/>
                </a:lnTo>
                <a:close/>
                <a:moveTo>
                  <a:pt x="976" y="284"/>
                </a:moveTo>
                <a:cubicBezTo>
                  <a:pt x="966" y="284"/>
                  <a:pt x="957" y="282"/>
                  <a:pt x="947" y="279"/>
                </a:cubicBezTo>
                <a:cubicBezTo>
                  <a:pt x="938" y="275"/>
                  <a:pt x="930" y="269"/>
                  <a:pt x="923" y="261"/>
                </a:cubicBezTo>
                <a:cubicBezTo>
                  <a:pt x="917" y="253"/>
                  <a:pt x="911" y="243"/>
                  <a:pt x="907" y="230"/>
                </a:cubicBezTo>
                <a:cubicBezTo>
                  <a:pt x="902" y="218"/>
                  <a:pt x="900" y="204"/>
                  <a:pt x="900" y="187"/>
                </a:cubicBezTo>
                <a:cubicBezTo>
                  <a:pt x="900" y="172"/>
                  <a:pt x="903" y="157"/>
                  <a:pt x="908" y="144"/>
                </a:cubicBezTo>
                <a:cubicBezTo>
                  <a:pt x="913" y="132"/>
                  <a:pt x="920" y="120"/>
                  <a:pt x="929" y="111"/>
                </a:cubicBezTo>
                <a:cubicBezTo>
                  <a:pt x="938" y="102"/>
                  <a:pt x="949" y="95"/>
                  <a:pt x="961" y="89"/>
                </a:cubicBezTo>
                <a:cubicBezTo>
                  <a:pt x="973" y="84"/>
                  <a:pt x="986" y="82"/>
                  <a:pt x="1000" y="82"/>
                </a:cubicBezTo>
                <a:cubicBezTo>
                  <a:pt x="1006" y="82"/>
                  <a:pt x="1012" y="82"/>
                  <a:pt x="1018" y="83"/>
                </a:cubicBezTo>
                <a:cubicBezTo>
                  <a:pt x="1023" y="84"/>
                  <a:pt x="1028" y="85"/>
                  <a:pt x="1032" y="86"/>
                </a:cubicBezTo>
                <a:cubicBezTo>
                  <a:pt x="1032" y="29"/>
                  <a:pt x="1032" y="29"/>
                  <a:pt x="1032" y="29"/>
                </a:cubicBezTo>
                <a:cubicBezTo>
                  <a:pt x="996" y="22"/>
                  <a:pt x="996" y="22"/>
                  <a:pt x="996" y="22"/>
                </a:cubicBezTo>
                <a:cubicBezTo>
                  <a:pt x="996" y="7"/>
                  <a:pt x="996" y="7"/>
                  <a:pt x="996" y="7"/>
                </a:cubicBezTo>
                <a:cubicBezTo>
                  <a:pt x="1058" y="0"/>
                  <a:pt x="1058" y="0"/>
                  <a:pt x="1058" y="0"/>
                </a:cubicBezTo>
                <a:cubicBezTo>
                  <a:pt x="1065" y="4"/>
                  <a:pt x="1065" y="4"/>
                  <a:pt x="1065" y="4"/>
                </a:cubicBezTo>
                <a:cubicBezTo>
                  <a:pt x="1065" y="266"/>
                  <a:pt x="1065" y="266"/>
                  <a:pt x="1065" y="266"/>
                </a:cubicBezTo>
                <a:cubicBezTo>
                  <a:pt x="1089" y="266"/>
                  <a:pt x="1089" y="266"/>
                  <a:pt x="1089" y="266"/>
                </a:cubicBezTo>
                <a:cubicBezTo>
                  <a:pt x="1089" y="278"/>
                  <a:pt x="1089" y="278"/>
                  <a:pt x="1089" y="278"/>
                </a:cubicBezTo>
                <a:cubicBezTo>
                  <a:pt x="1087" y="279"/>
                  <a:pt x="1084" y="280"/>
                  <a:pt x="1081" y="281"/>
                </a:cubicBezTo>
                <a:cubicBezTo>
                  <a:pt x="1078" y="282"/>
                  <a:pt x="1075" y="283"/>
                  <a:pt x="1072" y="284"/>
                </a:cubicBezTo>
                <a:cubicBezTo>
                  <a:pt x="1069" y="284"/>
                  <a:pt x="1066" y="285"/>
                  <a:pt x="1062" y="285"/>
                </a:cubicBezTo>
                <a:cubicBezTo>
                  <a:pt x="1059" y="286"/>
                  <a:pt x="1056" y="286"/>
                  <a:pt x="1053" y="286"/>
                </a:cubicBezTo>
                <a:cubicBezTo>
                  <a:pt x="1051" y="286"/>
                  <a:pt x="1048" y="286"/>
                  <a:pt x="1046" y="285"/>
                </a:cubicBezTo>
                <a:cubicBezTo>
                  <a:pt x="1044" y="285"/>
                  <a:pt x="1042" y="284"/>
                  <a:pt x="1040" y="283"/>
                </a:cubicBezTo>
                <a:cubicBezTo>
                  <a:pt x="1038" y="282"/>
                  <a:pt x="1037" y="280"/>
                  <a:pt x="1035" y="278"/>
                </a:cubicBezTo>
                <a:cubicBezTo>
                  <a:pt x="1034" y="275"/>
                  <a:pt x="1034" y="272"/>
                  <a:pt x="1034" y="268"/>
                </a:cubicBezTo>
                <a:cubicBezTo>
                  <a:pt x="1034" y="264"/>
                  <a:pt x="1034" y="264"/>
                  <a:pt x="1034" y="264"/>
                </a:cubicBezTo>
                <a:cubicBezTo>
                  <a:pt x="1032" y="266"/>
                  <a:pt x="1029" y="268"/>
                  <a:pt x="1026" y="270"/>
                </a:cubicBezTo>
                <a:cubicBezTo>
                  <a:pt x="1023" y="273"/>
                  <a:pt x="1019" y="275"/>
                  <a:pt x="1014" y="277"/>
                </a:cubicBezTo>
                <a:cubicBezTo>
                  <a:pt x="1009" y="279"/>
                  <a:pt x="1003" y="281"/>
                  <a:pt x="997" y="282"/>
                </a:cubicBezTo>
                <a:cubicBezTo>
                  <a:pt x="990" y="284"/>
                  <a:pt x="983" y="284"/>
                  <a:pt x="976" y="284"/>
                </a:cubicBezTo>
                <a:close/>
                <a:moveTo>
                  <a:pt x="989" y="261"/>
                </a:moveTo>
                <a:cubicBezTo>
                  <a:pt x="993" y="261"/>
                  <a:pt x="996" y="260"/>
                  <a:pt x="999" y="260"/>
                </a:cubicBezTo>
                <a:cubicBezTo>
                  <a:pt x="1002" y="260"/>
                  <a:pt x="1005" y="259"/>
                  <a:pt x="1008" y="258"/>
                </a:cubicBezTo>
                <a:cubicBezTo>
                  <a:pt x="1014" y="257"/>
                  <a:pt x="1018" y="255"/>
                  <a:pt x="1022" y="253"/>
                </a:cubicBezTo>
                <a:cubicBezTo>
                  <a:pt x="1026" y="251"/>
                  <a:pt x="1030" y="248"/>
                  <a:pt x="1032" y="246"/>
                </a:cubicBezTo>
                <a:cubicBezTo>
                  <a:pt x="1032" y="114"/>
                  <a:pt x="1032" y="114"/>
                  <a:pt x="1032" y="114"/>
                </a:cubicBezTo>
                <a:cubicBezTo>
                  <a:pt x="1031" y="112"/>
                  <a:pt x="1030" y="111"/>
                  <a:pt x="1028" y="109"/>
                </a:cubicBezTo>
                <a:cubicBezTo>
                  <a:pt x="1026" y="107"/>
                  <a:pt x="1024" y="106"/>
                  <a:pt x="1021" y="105"/>
                </a:cubicBezTo>
                <a:cubicBezTo>
                  <a:pt x="1018" y="103"/>
                  <a:pt x="1014" y="102"/>
                  <a:pt x="1010" y="101"/>
                </a:cubicBezTo>
                <a:cubicBezTo>
                  <a:pt x="1006" y="100"/>
                  <a:pt x="1001" y="100"/>
                  <a:pt x="996" y="100"/>
                </a:cubicBezTo>
                <a:cubicBezTo>
                  <a:pt x="991" y="100"/>
                  <a:pt x="987" y="101"/>
                  <a:pt x="982" y="102"/>
                </a:cubicBezTo>
                <a:cubicBezTo>
                  <a:pt x="977" y="103"/>
                  <a:pt x="973" y="104"/>
                  <a:pt x="968" y="107"/>
                </a:cubicBezTo>
                <a:cubicBezTo>
                  <a:pt x="964" y="110"/>
                  <a:pt x="959" y="113"/>
                  <a:pt x="955" y="117"/>
                </a:cubicBezTo>
                <a:cubicBezTo>
                  <a:pt x="951" y="121"/>
                  <a:pt x="947" y="126"/>
                  <a:pt x="944" y="132"/>
                </a:cubicBezTo>
                <a:cubicBezTo>
                  <a:pt x="941" y="137"/>
                  <a:pt x="938" y="144"/>
                  <a:pt x="936" y="152"/>
                </a:cubicBezTo>
                <a:cubicBezTo>
                  <a:pt x="934" y="160"/>
                  <a:pt x="933" y="169"/>
                  <a:pt x="933" y="179"/>
                </a:cubicBezTo>
                <a:cubicBezTo>
                  <a:pt x="933" y="193"/>
                  <a:pt x="934" y="205"/>
                  <a:pt x="937" y="215"/>
                </a:cubicBezTo>
                <a:cubicBezTo>
                  <a:pt x="941" y="226"/>
                  <a:pt x="945" y="234"/>
                  <a:pt x="950" y="241"/>
                </a:cubicBezTo>
                <a:cubicBezTo>
                  <a:pt x="955" y="248"/>
                  <a:pt x="961" y="253"/>
                  <a:pt x="968" y="256"/>
                </a:cubicBezTo>
                <a:cubicBezTo>
                  <a:pt x="975" y="259"/>
                  <a:pt x="982" y="261"/>
                  <a:pt x="989" y="261"/>
                </a:cubicBezTo>
                <a:close/>
                <a:moveTo>
                  <a:pt x="1098" y="1"/>
                </a:moveTo>
                <a:cubicBezTo>
                  <a:pt x="1109" y="1"/>
                  <a:pt x="1119" y="10"/>
                  <a:pt x="1119" y="21"/>
                </a:cubicBezTo>
                <a:cubicBezTo>
                  <a:pt x="1119" y="33"/>
                  <a:pt x="1109" y="42"/>
                  <a:pt x="1098" y="42"/>
                </a:cubicBezTo>
                <a:cubicBezTo>
                  <a:pt x="1086" y="42"/>
                  <a:pt x="1077" y="33"/>
                  <a:pt x="1077" y="21"/>
                </a:cubicBezTo>
                <a:cubicBezTo>
                  <a:pt x="1077" y="10"/>
                  <a:pt x="1086" y="1"/>
                  <a:pt x="1098" y="1"/>
                </a:cubicBezTo>
                <a:close/>
                <a:moveTo>
                  <a:pt x="1098" y="39"/>
                </a:moveTo>
                <a:cubicBezTo>
                  <a:pt x="1108" y="39"/>
                  <a:pt x="1115" y="32"/>
                  <a:pt x="1115" y="21"/>
                </a:cubicBezTo>
                <a:cubicBezTo>
                  <a:pt x="1115" y="11"/>
                  <a:pt x="1108" y="4"/>
                  <a:pt x="1098" y="4"/>
                </a:cubicBezTo>
                <a:cubicBezTo>
                  <a:pt x="1088" y="4"/>
                  <a:pt x="1081" y="11"/>
                  <a:pt x="1081" y="21"/>
                </a:cubicBezTo>
                <a:cubicBezTo>
                  <a:pt x="1081" y="32"/>
                  <a:pt x="1088" y="39"/>
                  <a:pt x="1098" y="39"/>
                </a:cubicBezTo>
                <a:close/>
                <a:moveTo>
                  <a:pt x="1090" y="9"/>
                </a:moveTo>
                <a:cubicBezTo>
                  <a:pt x="1099" y="9"/>
                  <a:pt x="1099" y="9"/>
                  <a:pt x="1099" y="9"/>
                </a:cubicBezTo>
                <a:cubicBezTo>
                  <a:pt x="1105" y="9"/>
                  <a:pt x="1108" y="12"/>
                  <a:pt x="1108" y="16"/>
                </a:cubicBezTo>
                <a:cubicBezTo>
                  <a:pt x="1108" y="21"/>
                  <a:pt x="1105" y="23"/>
                  <a:pt x="1101" y="23"/>
                </a:cubicBezTo>
                <a:cubicBezTo>
                  <a:pt x="1108" y="34"/>
                  <a:pt x="1108" y="34"/>
                  <a:pt x="1108" y="34"/>
                </a:cubicBezTo>
                <a:cubicBezTo>
                  <a:pt x="1104" y="34"/>
                  <a:pt x="1104" y="34"/>
                  <a:pt x="1104" y="34"/>
                </a:cubicBezTo>
                <a:cubicBezTo>
                  <a:pt x="1098" y="23"/>
                  <a:pt x="1098" y="23"/>
                  <a:pt x="1098" y="23"/>
                </a:cubicBezTo>
                <a:cubicBezTo>
                  <a:pt x="1094" y="23"/>
                  <a:pt x="1094" y="23"/>
                  <a:pt x="1094" y="23"/>
                </a:cubicBezTo>
                <a:cubicBezTo>
                  <a:pt x="1094" y="34"/>
                  <a:pt x="1094" y="34"/>
                  <a:pt x="1094" y="34"/>
                </a:cubicBezTo>
                <a:cubicBezTo>
                  <a:pt x="1090" y="34"/>
                  <a:pt x="1090" y="34"/>
                  <a:pt x="1090" y="34"/>
                </a:cubicBezTo>
                <a:lnTo>
                  <a:pt x="1090" y="9"/>
                </a:lnTo>
                <a:close/>
                <a:moveTo>
                  <a:pt x="1094" y="20"/>
                </a:moveTo>
                <a:cubicBezTo>
                  <a:pt x="1097" y="20"/>
                  <a:pt x="1097" y="20"/>
                  <a:pt x="1097" y="20"/>
                </a:cubicBezTo>
                <a:cubicBezTo>
                  <a:pt x="1101" y="20"/>
                  <a:pt x="1104" y="20"/>
                  <a:pt x="1104" y="16"/>
                </a:cubicBezTo>
                <a:cubicBezTo>
                  <a:pt x="1104" y="13"/>
                  <a:pt x="1101" y="12"/>
                  <a:pt x="1099" y="12"/>
                </a:cubicBezTo>
                <a:cubicBezTo>
                  <a:pt x="1094" y="12"/>
                  <a:pt x="1094" y="12"/>
                  <a:pt x="1094" y="12"/>
                </a:cubicBezTo>
                <a:lnTo>
                  <a:pt x="1094" y="20"/>
                </a:lnTo>
                <a:close/>
              </a:path>
            </a:pathLst>
          </a:custGeom>
          <a:gradFill>
            <a:gsLst>
              <a:gs pos="1000">
                <a:srgbClr val="53BD4E"/>
              </a:gs>
              <a:gs pos="99000">
                <a:srgbClr val="54C8E8"/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7971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Closing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9DC7FE-AC82-431F-98BF-29FC267130B1}"/>
              </a:ext>
            </a:extLst>
          </p:cNvPr>
          <p:cNvSpPr/>
          <p:nvPr userDrawn="1"/>
        </p:nvSpPr>
        <p:spPr>
          <a:xfrm>
            <a:off x="4724400" y="2057400"/>
            <a:ext cx="2743200" cy="2743200"/>
          </a:xfrm>
          <a:prstGeom prst="rect">
            <a:avLst/>
          </a:prstGeom>
          <a:gradFill flip="none" rotWithShape="1">
            <a:gsLst>
              <a:gs pos="1000">
                <a:srgbClr val="53BD4E"/>
              </a:gs>
              <a:gs pos="100000">
                <a:srgbClr val="00CBEE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/>
          </a:p>
        </p:txBody>
      </p:sp>
      <p:sp>
        <p:nvSpPr>
          <p:cNvPr id="22" name="Freeform 21"/>
          <p:cNvSpPr/>
          <p:nvPr userDrawn="1"/>
        </p:nvSpPr>
        <p:spPr bwMode="auto">
          <a:xfrm flipV="1">
            <a:off x="3757578" y="1981200"/>
            <a:ext cx="1930400" cy="2895600"/>
          </a:xfrm>
          <a:custGeom>
            <a:avLst/>
            <a:gdLst>
              <a:gd name="connsiteX0" fmla="*/ 457200 w 914400"/>
              <a:gd name="connsiteY0" fmla="*/ 0 h 2743200"/>
              <a:gd name="connsiteX1" fmla="*/ 0 w 914400"/>
              <a:gd name="connsiteY1" fmla="*/ 0 h 2743200"/>
              <a:gd name="connsiteX2" fmla="*/ 0 w 914400"/>
              <a:gd name="connsiteY2" fmla="*/ 2743200 h 2743200"/>
              <a:gd name="connsiteX3" fmla="*/ 457200 w 914400"/>
              <a:gd name="connsiteY3" fmla="*/ 2743200 h 2743200"/>
              <a:gd name="connsiteX4" fmla="*/ 91440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457200" y="0"/>
                </a:moveTo>
                <a:lnTo>
                  <a:pt x="0" y="0"/>
                </a:lnTo>
                <a:lnTo>
                  <a:pt x="0" y="2743200"/>
                </a:lnTo>
                <a:lnTo>
                  <a:pt x="457200" y="2743200"/>
                </a:lnTo>
                <a:lnTo>
                  <a:pt x="91440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Freeform 22"/>
          <p:cNvSpPr/>
          <p:nvPr userDrawn="1"/>
        </p:nvSpPr>
        <p:spPr bwMode="auto">
          <a:xfrm flipH="1" flipV="1">
            <a:off x="6502400" y="1981200"/>
            <a:ext cx="1930400" cy="2895600"/>
          </a:xfrm>
          <a:custGeom>
            <a:avLst/>
            <a:gdLst>
              <a:gd name="connsiteX0" fmla="*/ 457200 w 914400"/>
              <a:gd name="connsiteY0" fmla="*/ 0 h 2743200"/>
              <a:gd name="connsiteX1" fmla="*/ 0 w 914400"/>
              <a:gd name="connsiteY1" fmla="*/ 0 h 2743200"/>
              <a:gd name="connsiteX2" fmla="*/ 0 w 914400"/>
              <a:gd name="connsiteY2" fmla="*/ 2743200 h 2743200"/>
              <a:gd name="connsiteX3" fmla="*/ 457200 w 914400"/>
              <a:gd name="connsiteY3" fmla="*/ 2743200 h 2743200"/>
              <a:gd name="connsiteX4" fmla="*/ 91440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457200" y="0"/>
                </a:moveTo>
                <a:lnTo>
                  <a:pt x="0" y="0"/>
                </a:lnTo>
                <a:lnTo>
                  <a:pt x="0" y="2743200"/>
                </a:lnTo>
                <a:lnTo>
                  <a:pt x="457200" y="2743200"/>
                </a:lnTo>
                <a:lnTo>
                  <a:pt x="91440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9DC7FE-AC82-431F-98BF-29FC267130B1}"/>
              </a:ext>
            </a:extLst>
          </p:cNvPr>
          <p:cNvSpPr/>
          <p:nvPr userDrawn="1"/>
        </p:nvSpPr>
        <p:spPr>
          <a:xfrm>
            <a:off x="4724400" y="2057400"/>
            <a:ext cx="2743200" cy="2743200"/>
          </a:xfrm>
          <a:prstGeom prst="rect">
            <a:avLst/>
          </a:prstGeom>
          <a:solidFill>
            <a:srgbClr val="565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9DC7FE-AC82-431F-98BF-29FC267130B1}"/>
              </a:ext>
            </a:extLst>
          </p:cNvPr>
          <p:cNvSpPr/>
          <p:nvPr userDrawn="1"/>
        </p:nvSpPr>
        <p:spPr>
          <a:xfrm>
            <a:off x="4267200" y="4800600"/>
            <a:ext cx="3657600" cy="2057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/>
          </a:p>
        </p:txBody>
      </p:sp>
      <p:sp>
        <p:nvSpPr>
          <p:cNvPr id="26" name="Freeform 25"/>
          <p:cNvSpPr/>
          <p:nvPr userDrawn="1"/>
        </p:nvSpPr>
        <p:spPr bwMode="auto">
          <a:xfrm flipH="1">
            <a:off x="7010400" y="3824258"/>
            <a:ext cx="914400" cy="2743200"/>
          </a:xfrm>
          <a:custGeom>
            <a:avLst/>
            <a:gdLst>
              <a:gd name="connsiteX0" fmla="*/ 457200 w 914400"/>
              <a:gd name="connsiteY0" fmla="*/ 0 h 2743200"/>
              <a:gd name="connsiteX1" fmla="*/ 0 w 914400"/>
              <a:gd name="connsiteY1" fmla="*/ 0 h 2743200"/>
              <a:gd name="connsiteX2" fmla="*/ 0 w 914400"/>
              <a:gd name="connsiteY2" fmla="*/ 2743200 h 2743200"/>
              <a:gd name="connsiteX3" fmla="*/ 457200 w 914400"/>
              <a:gd name="connsiteY3" fmla="*/ 2743200 h 2743200"/>
              <a:gd name="connsiteX4" fmla="*/ 91440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457200" y="0"/>
                </a:moveTo>
                <a:lnTo>
                  <a:pt x="0" y="0"/>
                </a:lnTo>
                <a:lnTo>
                  <a:pt x="0" y="2743200"/>
                </a:lnTo>
                <a:lnTo>
                  <a:pt x="457200" y="2743200"/>
                </a:lnTo>
                <a:lnTo>
                  <a:pt x="91440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Freeform 26"/>
          <p:cNvSpPr/>
          <p:nvPr userDrawn="1"/>
        </p:nvSpPr>
        <p:spPr bwMode="auto">
          <a:xfrm>
            <a:off x="4267200" y="3824258"/>
            <a:ext cx="914400" cy="2743200"/>
          </a:xfrm>
          <a:custGeom>
            <a:avLst/>
            <a:gdLst>
              <a:gd name="connsiteX0" fmla="*/ 0 w 914400"/>
              <a:gd name="connsiteY0" fmla="*/ 0 h 2743200"/>
              <a:gd name="connsiteX1" fmla="*/ 457200 w 914400"/>
              <a:gd name="connsiteY1" fmla="*/ 0 h 2743200"/>
              <a:gd name="connsiteX2" fmla="*/ 914400 w 914400"/>
              <a:gd name="connsiteY2" fmla="*/ 2743200 h 2743200"/>
              <a:gd name="connsiteX3" fmla="*/ 457200 w 914400"/>
              <a:gd name="connsiteY3" fmla="*/ 2743200 h 2743200"/>
              <a:gd name="connsiteX4" fmla="*/ 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0" y="0"/>
                </a:moveTo>
                <a:lnTo>
                  <a:pt x="457200" y="0"/>
                </a:lnTo>
                <a:lnTo>
                  <a:pt x="914400" y="2743200"/>
                </a:lnTo>
                <a:lnTo>
                  <a:pt x="457200" y="2743200"/>
                </a:lnTo>
                <a:lnTo>
                  <a:pt x="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Rectangle 27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9" name="Freeform 21"/>
          <p:cNvSpPr>
            <a:spLocks noEditPoints="1"/>
          </p:cNvSpPr>
          <p:nvPr userDrawn="1"/>
        </p:nvSpPr>
        <p:spPr bwMode="auto">
          <a:xfrm>
            <a:off x="5155469" y="3117458"/>
            <a:ext cx="1881062" cy="622172"/>
          </a:xfrm>
          <a:custGeom>
            <a:avLst/>
            <a:gdLst>
              <a:gd name="T0" fmla="*/ 0 w 1119"/>
              <a:gd name="T1" fmla="*/ 30 h 369"/>
              <a:gd name="T2" fmla="*/ 62 w 1119"/>
              <a:gd name="T3" fmla="*/ 32 h 369"/>
              <a:gd name="T4" fmla="*/ 166 w 1119"/>
              <a:gd name="T5" fmla="*/ 30 h 369"/>
              <a:gd name="T6" fmla="*/ 228 w 1119"/>
              <a:gd name="T7" fmla="*/ 32 h 369"/>
              <a:gd name="T8" fmla="*/ 165 w 1119"/>
              <a:gd name="T9" fmla="*/ 280 h 369"/>
              <a:gd name="T10" fmla="*/ 62 w 1119"/>
              <a:gd name="T11" fmla="*/ 160 h 369"/>
              <a:gd name="T12" fmla="*/ 0 w 1119"/>
              <a:gd name="T13" fmla="*/ 280 h 369"/>
              <a:gd name="T14" fmla="*/ 285 w 1119"/>
              <a:gd name="T15" fmla="*/ 340 h 369"/>
              <a:gd name="T16" fmla="*/ 340 w 1119"/>
              <a:gd name="T17" fmla="*/ 280 h 369"/>
              <a:gd name="T18" fmla="*/ 246 w 1119"/>
              <a:gd name="T19" fmla="*/ 87 h 369"/>
              <a:gd name="T20" fmla="*/ 341 w 1119"/>
              <a:gd name="T21" fmla="*/ 225 h 369"/>
              <a:gd name="T22" fmla="*/ 371 w 1119"/>
              <a:gd name="T23" fmla="*/ 106 h 369"/>
              <a:gd name="T24" fmla="*/ 426 w 1119"/>
              <a:gd name="T25" fmla="*/ 108 h 369"/>
              <a:gd name="T26" fmla="*/ 372 w 1119"/>
              <a:gd name="T27" fmla="*/ 264 h 369"/>
              <a:gd name="T28" fmla="*/ 335 w 1119"/>
              <a:gd name="T29" fmla="*/ 342 h 369"/>
              <a:gd name="T30" fmla="*/ 281 w 1119"/>
              <a:gd name="T31" fmla="*/ 369 h 369"/>
              <a:gd name="T32" fmla="*/ 271 w 1119"/>
              <a:gd name="T33" fmla="*/ 339 h 369"/>
              <a:gd name="T34" fmla="*/ 437 w 1119"/>
              <a:gd name="T35" fmla="*/ 22 h 369"/>
              <a:gd name="T36" fmla="*/ 498 w 1119"/>
              <a:gd name="T37" fmla="*/ 262 h 369"/>
              <a:gd name="T38" fmla="*/ 435 w 1119"/>
              <a:gd name="T39" fmla="*/ 266 h 369"/>
              <a:gd name="T40" fmla="*/ 575 w 1119"/>
              <a:gd name="T41" fmla="*/ 177 h 369"/>
              <a:gd name="T42" fmla="*/ 641 w 1119"/>
              <a:gd name="T43" fmla="*/ 151 h 369"/>
              <a:gd name="T44" fmla="*/ 593 w 1119"/>
              <a:gd name="T45" fmla="*/ 107 h 369"/>
              <a:gd name="T46" fmla="*/ 543 w 1119"/>
              <a:gd name="T47" fmla="*/ 120 h 369"/>
              <a:gd name="T48" fmla="*/ 590 w 1119"/>
              <a:gd name="T49" fmla="*/ 85 h 369"/>
              <a:gd name="T50" fmla="*/ 668 w 1119"/>
              <a:gd name="T51" fmla="*/ 116 h 369"/>
              <a:gd name="T52" fmla="*/ 696 w 1119"/>
              <a:gd name="T53" fmla="*/ 277 h 369"/>
              <a:gd name="T54" fmla="*/ 650 w 1119"/>
              <a:gd name="T55" fmla="*/ 282 h 369"/>
              <a:gd name="T56" fmla="*/ 633 w 1119"/>
              <a:gd name="T57" fmla="*/ 271 h 369"/>
              <a:gd name="T58" fmla="*/ 561 w 1119"/>
              <a:gd name="T59" fmla="*/ 279 h 369"/>
              <a:gd name="T60" fmla="*/ 563 w 1119"/>
              <a:gd name="T61" fmla="*/ 225 h 369"/>
              <a:gd name="T62" fmla="*/ 604 w 1119"/>
              <a:gd name="T63" fmla="*/ 262 h 369"/>
              <a:gd name="T64" fmla="*/ 640 w 1119"/>
              <a:gd name="T65" fmla="*/ 248 h 369"/>
              <a:gd name="T66" fmla="*/ 608 w 1119"/>
              <a:gd name="T67" fmla="*/ 187 h 369"/>
              <a:gd name="T68" fmla="*/ 563 w 1119"/>
              <a:gd name="T69" fmla="*/ 225 h 369"/>
              <a:gd name="T70" fmla="*/ 701 w 1119"/>
              <a:gd name="T71" fmla="*/ 108 h 369"/>
              <a:gd name="T72" fmla="*/ 754 w 1119"/>
              <a:gd name="T73" fmla="*/ 112 h 369"/>
              <a:gd name="T74" fmla="*/ 824 w 1119"/>
              <a:gd name="T75" fmla="*/ 84 h 369"/>
              <a:gd name="T76" fmla="*/ 881 w 1119"/>
              <a:gd name="T77" fmla="*/ 165 h 369"/>
              <a:gd name="T78" fmla="*/ 822 w 1119"/>
              <a:gd name="T79" fmla="*/ 280 h 369"/>
              <a:gd name="T80" fmla="*/ 846 w 1119"/>
              <a:gd name="T81" fmla="*/ 143 h 369"/>
              <a:gd name="T82" fmla="*/ 783 w 1119"/>
              <a:gd name="T83" fmla="*/ 114 h 369"/>
              <a:gd name="T84" fmla="*/ 784 w 1119"/>
              <a:gd name="T85" fmla="*/ 280 h 369"/>
              <a:gd name="T86" fmla="*/ 947 w 1119"/>
              <a:gd name="T87" fmla="*/ 279 h 369"/>
              <a:gd name="T88" fmla="*/ 908 w 1119"/>
              <a:gd name="T89" fmla="*/ 144 h 369"/>
              <a:gd name="T90" fmla="*/ 1018 w 1119"/>
              <a:gd name="T91" fmla="*/ 83 h 369"/>
              <a:gd name="T92" fmla="*/ 996 w 1119"/>
              <a:gd name="T93" fmla="*/ 7 h 369"/>
              <a:gd name="T94" fmla="*/ 1089 w 1119"/>
              <a:gd name="T95" fmla="*/ 266 h 369"/>
              <a:gd name="T96" fmla="*/ 1062 w 1119"/>
              <a:gd name="T97" fmla="*/ 285 h 369"/>
              <a:gd name="T98" fmla="*/ 1035 w 1119"/>
              <a:gd name="T99" fmla="*/ 278 h 369"/>
              <a:gd name="T100" fmla="*/ 1014 w 1119"/>
              <a:gd name="T101" fmla="*/ 277 h 369"/>
              <a:gd name="T102" fmla="*/ 999 w 1119"/>
              <a:gd name="T103" fmla="*/ 260 h 369"/>
              <a:gd name="T104" fmla="*/ 1032 w 1119"/>
              <a:gd name="T105" fmla="*/ 114 h 369"/>
              <a:gd name="T106" fmla="*/ 996 w 1119"/>
              <a:gd name="T107" fmla="*/ 100 h 369"/>
              <a:gd name="T108" fmla="*/ 944 w 1119"/>
              <a:gd name="T109" fmla="*/ 132 h 369"/>
              <a:gd name="T110" fmla="*/ 950 w 1119"/>
              <a:gd name="T111" fmla="*/ 241 h 369"/>
              <a:gd name="T112" fmla="*/ 1119 w 1119"/>
              <a:gd name="T113" fmla="*/ 21 h 369"/>
              <a:gd name="T114" fmla="*/ 1098 w 1119"/>
              <a:gd name="T115" fmla="*/ 39 h 369"/>
              <a:gd name="T116" fmla="*/ 1098 w 1119"/>
              <a:gd name="T117" fmla="*/ 39 h 369"/>
              <a:gd name="T118" fmla="*/ 1101 w 1119"/>
              <a:gd name="T119" fmla="*/ 23 h 369"/>
              <a:gd name="T120" fmla="*/ 1094 w 1119"/>
              <a:gd name="T121" fmla="*/ 23 h 369"/>
              <a:gd name="T122" fmla="*/ 1094 w 1119"/>
              <a:gd name="T123" fmla="*/ 20 h 369"/>
              <a:gd name="T124" fmla="*/ 1094 w 1119"/>
              <a:gd name="T125" fmla="*/ 12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119" h="369">
                <a:moveTo>
                  <a:pt x="0" y="266"/>
                </a:moveTo>
                <a:cubicBezTo>
                  <a:pt x="29" y="260"/>
                  <a:pt x="29" y="260"/>
                  <a:pt x="29" y="260"/>
                </a:cubicBezTo>
                <a:cubicBezTo>
                  <a:pt x="29" y="33"/>
                  <a:pt x="29" y="33"/>
                  <a:pt x="29" y="33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13"/>
                  <a:pt x="0" y="13"/>
                  <a:pt x="0" y="13"/>
                </a:cubicBezTo>
                <a:cubicBezTo>
                  <a:pt x="90" y="13"/>
                  <a:pt x="90" y="13"/>
                  <a:pt x="90" y="13"/>
                </a:cubicBezTo>
                <a:cubicBezTo>
                  <a:pt x="90" y="30"/>
                  <a:pt x="90" y="30"/>
                  <a:pt x="90" y="30"/>
                </a:cubicBezTo>
                <a:cubicBezTo>
                  <a:pt x="62" y="32"/>
                  <a:pt x="62" y="32"/>
                  <a:pt x="62" y="32"/>
                </a:cubicBezTo>
                <a:cubicBezTo>
                  <a:pt x="62" y="140"/>
                  <a:pt x="62" y="140"/>
                  <a:pt x="62" y="140"/>
                </a:cubicBezTo>
                <a:cubicBezTo>
                  <a:pt x="194" y="140"/>
                  <a:pt x="194" y="140"/>
                  <a:pt x="194" y="140"/>
                </a:cubicBezTo>
                <a:cubicBezTo>
                  <a:pt x="194" y="32"/>
                  <a:pt x="194" y="32"/>
                  <a:pt x="194" y="32"/>
                </a:cubicBezTo>
                <a:cubicBezTo>
                  <a:pt x="166" y="30"/>
                  <a:pt x="166" y="30"/>
                  <a:pt x="166" y="30"/>
                </a:cubicBezTo>
                <a:cubicBezTo>
                  <a:pt x="166" y="13"/>
                  <a:pt x="166" y="13"/>
                  <a:pt x="166" y="13"/>
                </a:cubicBezTo>
                <a:cubicBezTo>
                  <a:pt x="256" y="13"/>
                  <a:pt x="256" y="13"/>
                  <a:pt x="256" y="13"/>
                </a:cubicBezTo>
                <a:cubicBezTo>
                  <a:pt x="256" y="30"/>
                  <a:pt x="256" y="30"/>
                  <a:pt x="256" y="30"/>
                </a:cubicBezTo>
                <a:cubicBezTo>
                  <a:pt x="228" y="32"/>
                  <a:pt x="228" y="32"/>
                  <a:pt x="228" y="32"/>
                </a:cubicBezTo>
                <a:cubicBezTo>
                  <a:pt x="228" y="260"/>
                  <a:pt x="228" y="260"/>
                  <a:pt x="228" y="260"/>
                </a:cubicBezTo>
                <a:cubicBezTo>
                  <a:pt x="257" y="266"/>
                  <a:pt x="257" y="266"/>
                  <a:pt x="257" y="266"/>
                </a:cubicBezTo>
                <a:cubicBezTo>
                  <a:pt x="257" y="280"/>
                  <a:pt x="257" y="280"/>
                  <a:pt x="257" y="280"/>
                </a:cubicBezTo>
                <a:cubicBezTo>
                  <a:pt x="165" y="280"/>
                  <a:pt x="165" y="280"/>
                  <a:pt x="165" y="280"/>
                </a:cubicBezTo>
                <a:cubicBezTo>
                  <a:pt x="165" y="266"/>
                  <a:pt x="165" y="266"/>
                  <a:pt x="165" y="266"/>
                </a:cubicBezTo>
                <a:cubicBezTo>
                  <a:pt x="194" y="261"/>
                  <a:pt x="194" y="261"/>
                  <a:pt x="194" y="261"/>
                </a:cubicBezTo>
                <a:cubicBezTo>
                  <a:pt x="194" y="160"/>
                  <a:pt x="194" y="160"/>
                  <a:pt x="194" y="160"/>
                </a:cubicBezTo>
                <a:cubicBezTo>
                  <a:pt x="62" y="160"/>
                  <a:pt x="62" y="160"/>
                  <a:pt x="62" y="160"/>
                </a:cubicBezTo>
                <a:cubicBezTo>
                  <a:pt x="62" y="260"/>
                  <a:pt x="62" y="260"/>
                  <a:pt x="62" y="260"/>
                </a:cubicBezTo>
                <a:cubicBezTo>
                  <a:pt x="92" y="266"/>
                  <a:pt x="92" y="266"/>
                  <a:pt x="92" y="266"/>
                </a:cubicBezTo>
                <a:cubicBezTo>
                  <a:pt x="92" y="280"/>
                  <a:pt x="92" y="280"/>
                  <a:pt x="92" y="280"/>
                </a:cubicBezTo>
                <a:cubicBezTo>
                  <a:pt x="0" y="280"/>
                  <a:pt x="0" y="280"/>
                  <a:pt x="0" y="280"/>
                </a:cubicBezTo>
                <a:lnTo>
                  <a:pt x="0" y="266"/>
                </a:lnTo>
                <a:close/>
                <a:moveTo>
                  <a:pt x="271" y="339"/>
                </a:moveTo>
                <a:cubicBezTo>
                  <a:pt x="273" y="339"/>
                  <a:pt x="275" y="340"/>
                  <a:pt x="278" y="340"/>
                </a:cubicBezTo>
                <a:cubicBezTo>
                  <a:pt x="280" y="340"/>
                  <a:pt x="283" y="340"/>
                  <a:pt x="285" y="340"/>
                </a:cubicBezTo>
                <a:cubicBezTo>
                  <a:pt x="289" y="340"/>
                  <a:pt x="293" y="340"/>
                  <a:pt x="298" y="338"/>
                </a:cubicBezTo>
                <a:cubicBezTo>
                  <a:pt x="303" y="337"/>
                  <a:pt x="308" y="334"/>
                  <a:pt x="313" y="330"/>
                </a:cubicBezTo>
                <a:cubicBezTo>
                  <a:pt x="318" y="325"/>
                  <a:pt x="323" y="319"/>
                  <a:pt x="327" y="311"/>
                </a:cubicBezTo>
                <a:cubicBezTo>
                  <a:pt x="332" y="303"/>
                  <a:pt x="336" y="293"/>
                  <a:pt x="340" y="280"/>
                </a:cubicBezTo>
                <a:cubicBezTo>
                  <a:pt x="333" y="280"/>
                  <a:pt x="333" y="280"/>
                  <a:pt x="333" y="280"/>
                </a:cubicBezTo>
                <a:cubicBezTo>
                  <a:pt x="263" y="109"/>
                  <a:pt x="263" y="109"/>
                  <a:pt x="263" y="109"/>
                </a:cubicBezTo>
                <a:cubicBezTo>
                  <a:pt x="246" y="106"/>
                  <a:pt x="246" y="106"/>
                  <a:pt x="246" y="106"/>
                </a:cubicBezTo>
                <a:cubicBezTo>
                  <a:pt x="246" y="87"/>
                  <a:pt x="246" y="87"/>
                  <a:pt x="246" y="87"/>
                </a:cubicBezTo>
                <a:cubicBezTo>
                  <a:pt x="325" y="87"/>
                  <a:pt x="325" y="87"/>
                  <a:pt x="325" y="87"/>
                </a:cubicBezTo>
                <a:cubicBezTo>
                  <a:pt x="325" y="106"/>
                  <a:pt x="325" y="106"/>
                  <a:pt x="325" y="106"/>
                </a:cubicBezTo>
                <a:cubicBezTo>
                  <a:pt x="300" y="109"/>
                  <a:pt x="300" y="109"/>
                  <a:pt x="300" y="109"/>
                </a:cubicBezTo>
                <a:cubicBezTo>
                  <a:pt x="341" y="225"/>
                  <a:pt x="341" y="225"/>
                  <a:pt x="341" y="225"/>
                </a:cubicBezTo>
                <a:cubicBezTo>
                  <a:pt x="352" y="260"/>
                  <a:pt x="352" y="260"/>
                  <a:pt x="352" y="260"/>
                </a:cubicBezTo>
                <a:cubicBezTo>
                  <a:pt x="362" y="225"/>
                  <a:pt x="362" y="225"/>
                  <a:pt x="362" y="225"/>
                </a:cubicBezTo>
                <a:cubicBezTo>
                  <a:pt x="397" y="109"/>
                  <a:pt x="397" y="109"/>
                  <a:pt x="397" y="109"/>
                </a:cubicBezTo>
                <a:cubicBezTo>
                  <a:pt x="371" y="106"/>
                  <a:pt x="371" y="106"/>
                  <a:pt x="371" y="106"/>
                </a:cubicBezTo>
                <a:cubicBezTo>
                  <a:pt x="371" y="87"/>
                  <a:pt x="371" y="87"/>
                  <a:pt x="371" y="87"/>
                </a:cubicBezTo>
                <a:cubicBezTo>
                  <a:pt x="445" y="87"/>
                  <a:pt x="445" y="87"/>
                  <a:pt x="445" y="87"/>
                </a:cubicBezTo>
                <a:cubicBezTo>
                  <a:pt x="445" y="106"/>
                  <a:pt x="445" y="106"/>
                  <a:pt x="445" y="106"/>
                </a:cubicBezTo>
                <a:cubicBezTo>
                  <a:pt x="426" y="108"/>
                  <a:pt x="426" y="108"/>
                  <a:pt x="426" y="108"/>
                </a:cubicBezTo>
                <a:cubicBezTo>
                  <a:pt x="418" y="131"/>
                  <a:pt x="411" y="150"/>
                  <a:pt x="405" y="167"/>
                </a:cubicBezTo>
                <a:cubicBezTo>
                  <a:pt x="400" y="184"/>
                  <a:pt x="395" y="199"/>
                  <a:pt x="390" y="211"/>
                </a:cubicBezTo>
                <a:cubicBezTo>
                  <a:pt x="386" y="223"/>
                  <a:pt x="382" y="234"/>
                  <a:pt x="379" y="243"/>
                </a:cubicBezTo>
                <a:cubicBezTo>
                  <a:pt x="376" y="251"/>
                  <a:pt x="374" y="258"/>
                  <a:pt x="372" y="264"/>
                </a:cubicBezTo>
                <a:cubicBezTo>
                  <a:pt x="370" y="270"/>
                  <a:pt x="368" y="274"/>
                  <a:pt x="367" y="278"/>
                </a:cubicBezTo>
                <a:cubicBezTo>
                  <a:pt x="365" y="282"/>
                  <a:pt x="364" y="284"/>
                  <a:pt x="363" y="287"/>
                </a:cubicBezTo>
                <a:cubicBezTo>
                  <a:pt x="359" y="298"/>
                  <a:pt x="354" y="309"/>
                  <a:pt x="350" y="318"/>
                </a:cubicBezTo>
                <a:cubicBezTo>
                  <a:pt x="345" y="327"/>
                  <a:pt x="340" y="335"/>
                  <a:pt x="335" y="342"/>
                </a:cubicBezTo>
                <a:cubicBezTo>
                  <a:pt x="330" y="348"/>
                  <a:pt x="325" y="354"/>
                  <a:pt x="319" y="358"/>
                </a:cubicBezTo>
                <a:cubicBezTo>
                  <a:pt x="313" y="362"/>
                  <a:pt x="307" y="365"/>
                  <a:pt x="300" y="367"/>
                </a:cubicBezTo>
                <a:cubicBezTo>
                  <a:pt x="295" y="368"/>
                  <a:pt x="290" y="369"/>
                  <a:pt x="285" y="369"/>
                </a:cubicBezTo>
                <a:cubicBezTo>
                  <a:pt x="283" y="369"/>
                  <a:pt x="282" y="369"/>
                  <a:pt x="281" y="369"/>
                </a:cubicBezTo>
                <a:cubicBezTo>
                  <a:pt x="279" y="369"/>
                  <a:pt x="278" y="368"/>
                  <a:pt x="277" y="368"/>
                </a:cubicBezTo>
                <a:cubicBezTo>
                  <a:pt x="275" y="368"/>
                  <a:pt x="274" y="368"/>
                  <a:pt x="273" y="367"/>
                </a:cubicBezTo>
                <a:cubicBezTo>
                  <a:pt x="272" y="367"/>
                  <a:pt x="271" y="367"/>
                  <a:pt x="271" y="366"/>
                </a:cubicBezTo>
                <a:lnTo>
                  <a:pt x="271" y="339"/>
                </a:lnTo>
                <a:close/>
                <a:moveTo>
                  <a:pt x="435" y="266"/>
                </a:moveTo>
                <a:cubicBezTo>
                  <a:pt x="465" y="262"/>
                  <a:pt x="465" y="262"/>
                  <a:pt x="465" y="262"/>
                </a:cubicBezTo>
                <a:cubicBezTo>
                  <a:pt x="465" y="29"/>
                  <a:pt x="465" y="29"/>
                  <a:pt x="465" y="29"/>
                </a:cubicBezTo>
                <a:cubicBezTo>
                  <a:pt x="437" y="22"/>
                  <a:pt x="437" y="22"/>
                  <a:pt x="437" y="22"/>
                </a:cubicBezTo>
                <a:cubicBezTo>
                  <a:pt x="437" y="7"/>
                  <a:pt x="437" y="7"/>
                  <a:pt x="437" y="7"/>
                </a:cubicBezTo>
                <a:cubicBezTo>
                  <a:pt x="491" y="0"/>
                  <a:pt x="491" y="0"/>
                  <a:pt x="491" y="0"/>
                </a:cubicBezTo>
                <a:cubicBezTo>
                  <a:pt x="498" y="4"/>
                  <a:pt x="498" y="4"/>
                  <a:pt x="498" y="4"/>
                </a:cubicBezTo>
                <a:cubicBezTo>
                  <a:pt x="498" y="262"/>
                  <a:pt x="498" y="262"/>
                  <a:pt x="498" y="262"/>
                </a:cubicBezTo>
                <a:cubicBezTo>
                  <a:pt x="529" y="266"/>
                  <a:pt x="529" y="266"/>
                  <a:pt x="529" y="266"/>
                </a:cubicBezTo>
                <a:cubicBezTo>
                  <a:pt x="529" y="280"/>
                  <a:pt x="529" y="280"/>
                  <a:pt x="529" y="280"/>
                </a:cubicBezTo>
                <a:cubicBezTo>
                  <a:pt x="435" y="280"/>
                  <a:pt x="435" y="280"/>
                  <a:pt x="435" y="280"/>
                </a:cubicBezTo>
                <a:lnTo>
                  <a:pt x="435" y="266"/>
                </a:lnTo>
                <a:close/>
                <a:moveTo>
                  <a:pt x="530" y="225"/>
                </a:moveTo>
                <a:cubicBezTo>
                  <a:pt x="530" y="217"/>
                  <a:pt x="533" y="210"/>
                  <a:pt x="537" y="204"/>
                </a:cubicBezTo>
                <a:cubicBezTo>
                  <a:pt x="542" y="198"/>
                  <a:pt x="547" y="192"/>
                  <a:pt x="553" y="188"/>
                </a:cubicBezTo>
                <a:cubicBezTo>
                  <a:pt x="560" y="184"/>
                  <a:pt x="567" y="180"/>
                  <a:pt x="575" y="177"/>
                </a:cubicBezTo>
                <a:cubicBezTo>
                  <a:pt x="583" y="174"/>
                  <a:pt x="591" y="172"/>
                  <a:pt x="599" y="170"/>
                </a:cubicBezTo>
                <a:cubicBezTo>
                  <a:pt x="607" y="169"/>
                  <a:pt x="614" y="167"/>
                  <a:pt x="622" y="167"/>
                </a:cubicBezTo>
                <a:cubicBezTo>
                  <a:pt x="629" y="166"/>
                  <a:pt x="635" y="166"/>
                  <a:pt x="641" y="166"/>
                </a:cubicBezTo>
                <a:cubicBezTo>
                  <a:pt x="641" y="151"/>
                  <a:pt x="641" y="151"/>
                  <a:pt x="641" y="151"/>
                </a:cubicBezTo>
                <a:cubicBezTo>
                  <a:pt x="641" y="142"/>
                  <a:pt x="639" y="134"/>
                  <a:pt x="637" y="128"/>
                </a:cubicBezTo>
                <a:cubicBezTo>
                  <a:pt x="635" y="123"/>
                  <a:pt x="631" y="118"/>
                  <a:pt x="627" y="115"/>
                </a:cubicBezTo>
                <a:cubicBezTo>
                  <a:pt x="623" y="112"/>
                  <a:pt x="618" y="110"/>
                  <a:pt x="612" y="109"/>
                </a:cubicBezTo>
                <a:cubicBezTo>
                  <a:pt x="606" y="107"/>
                  <a:pt x="600" y="107"/>
                  <a:pt x="593" y="107"/>
                </a:cubicBezTo>
                <a:cubicBezTo>
                  <a:pt x="590" y="107"/>
                  <a:pt x="586" y="107"/>
                  <a:pt x="582" y="108"/>
                </a:cubicBezTo>
                <a:cubicBezTo>
                  <a:pt x="578" y="108"/>
                  <a:pt x="574" y="109"/>
                  <a:pt x="569" y="110"/>
                </a:cubicBezTo>
                <a:cubicBezTo>
                  <a:pt x="565" y="112"/>
                  <a:pt x="561" y="113"/>
                  <a:pt x="556" y="115"/>
                </a:cubicBezTo>
                <a:cubicBezTo>
                  <a:pt x="552" y="116"/>
                  <a:pt x="547" y="118"/>
                  <a:pt x="543" y="120"/>
                </a:cubicBezTo>
                <a:cubicBezTo>
                  <a:pt x="537" y="104"/>
                  <a:pt x="537" y="104"/>
                  <a:pt x="537" y="104"/>
                </a:cubicBezTo>
                <a:cubicBezTo>
                  <a:pt x="541" y="101"/>
                  <a:pt x="546" y="98"/>
                  <a:pt x="553" y="95"/>
                </a:cubicBezTo>
                <a:cubicBezTo>
                  <a:pt x="559" y="93"/>
                  <a:pt x="565" y="91"/>
                  <a:pt x="572" y="89"/>
                </a:cubicBezTo>
                <a:cubicBezTo>
                  <a:pt x="578" y="87"/>
                  <a:pt x="584" y="86"/>
                  <a:pt x="590" y="85"/>
                </a:cubicBezTo>
                <a:cubicBezTo>
                  <a:pt x="597" y="84"/>
                  <a:pt x="602" y="84"/>
                  <a:pt x="606" y="84"/>
                </a:cubicBezTo>
                <a:cubicBezTo>
                  <a:pt x="615" y="84"/>
                  <a:pt x="624" y="85"/>
                  <a:pt x="632" y="87"/>
                </a:cubicBezTo>
                <a:cubicBezTo>
                  <a:pt x="640" y="89"/>
                  <a:pt x="648" y="92"/>
                  <a:pt x="654" y="97"/>
                </a:cubicBezTo>
                <a:cubicBezTo>
                  <a:pt x="660" y="102"/>
                  <a:pt x="665" y="108"/>
                  <a:pt x="668" y="116"/>
                </a:cubicBezTo>
                <a:cubicBezTo>
                  <a:pt x="672" y="124"/>
                  <a:pt x="674" y="134"/>
                  <a:pt x="674" y="147"/>
                </a:cubicBezTo>
                <a:cubicBezTo>
                  <a:pt x="674" y="266"/>
                  <a:pt x="674" y="266"/>
                  <a:pt x="674" y="266"/>
                </a:cubicBezTo>
                <a:cubicBezTo>
                  <a:pt x="696" y="266"/>
                  <a:pt x="696" y="266"/>
                  <a:pt x="696" y="266"/>
                </a:cubicBezTo>
                <a:cubicBezTo>
                  <a:pt x="696" y="277"/>
                  <a:pt x="696" y="277"/>
                  <a:pt x="696" y="277"/>
                </a:cubicBezTo>
                <a:cubicBezTo>
                  <a:pt x="692" y="279"/>
                  <a:pt x="687" y="281"/>
                  <a:pt x="681" y="282"/>
                </a:cubicBezTo>
                <a:cubicBezTo>
                  <a:pt x="675" y="284"/>
                  <a:pt x="669" y="284"/>
                  <a:pt x="663" y="284"/>
                </a:cubicBezTo>
                <a:cubicBezTo>
                  <a:pt x="661" y="284"/>
                  <a:pt x="659" y="284"/>
                  <a:pt x="656" y="284"/>
                </a:cubicBezTo>
                <a:cubicBezTo>
                  <a:pt x="654" y="284"/>
                  <a:pt x="652" y="283"/>
                  <a:pt x="650" y="282"/>
                </a:cubicBezTo>
                <a:cubicBezTo>
                  <a:pt x="648" y="281"/>
                  <a:pt x="646" y="279"/>
                  <a:pt x="645" y="276"/>
                </a:cubicBezTo>
                <a:cubicBezTo>
                  <a:pt x="643" y="274"/>
                  <a:pt x="643" y="271"/>
                  <a:pt x="643" y="266"/>
                </a:cubicBezTo>
                <a:cubicBezTo>
                  <a:pt x="643" y="262"/>
                  <a:pt x="643" y="262"/>
                  <a:pt x="643" y="262"/>
                </a:cubicBezTo>
                <a:cubicBezTo>
                  <a:pt x="640" y="265"/>
                  <a:pt x="637" y="268"/>
                  <a:pt x="633" y="271"/>
                </a:cubicBezTo>
                <a:cubicBezTo>
                  <a:pt x="630" y="273"/>
                  <a:pt x="625" y="276"/>
                  <a:pt x="621" y="278"/>
                </a:cubicBezTo>
                <a:cubicBezTo>
                  <a:pt x="616" y="280"/>
                  <a:pt x="611" y="281"/>
                  <a:pt x="605" y="283"/>
                </a:cubicBezTo>
                <a:cubicBezTo>
                  <a:pt x="599" y="284"/>
                  <a:pt x="592" y="284"/>
                  <a:pt x="585" y="284"/>
                </a:cubicBezTo>
                <a:cubicBezTo>
                  <a:pt x="576" y="284"/>
                  <a:pt x="568" y="283"/>
                  <a:pt x="561" y="279"/>
                </a:cubicBezTo>
                <a:cubicBezTo>
                  <a:pt x="554" y="276"/>
                  <a:pt x="547" y="272"/>
                  <a:pt x="543" y="266"/>
                </a:cubicBezTo>
                <a:cubicBezTo>
                  <a:pt x="538" y="261"/>
                  <a:pt x="534" y="255"/>
                  <a:pt x="532" y="248"/>
                </a:cubicBezTo>
                <a:cubicBezTo>
                  <a:pt x="529" y="240"/>
                  <a:pt x="529" y="233"/>
                  <a:pt x="530" y="225"/>
                </a:cubicBezTo>
                <a:close/>
                <a:moveTo>
                  <a:pt x="563" y="225"/>
                </a:moveTo>
                <a:cubicBezTo>
                  <a:pt x="563" y="232"/>
                  <a:pt x="564" y="238"/>
                  <a:pt x="566" y="243"/>
                </a:cubicBezTo>
                <a:cubicBezTo>
                  <a:pt x="568" y="247"/>
                  <a:pt x="570" y="251"/>
                  <a:pt x="574" y="254"/>
                </a:cubicBezTo>
                <a:cubicBezTo>
                  <a:pt x="577" y="257"/>
                  <a:pt x="582" y="259"/>
                  <a:pt x="587" y="260"/>
                </a:cubicBezTo>
                <a:cubicBezTo>
                  <a:pt x="592" y="262"/>
                  <a:pt x="597" y="262"/>
                  <a:pt x="604" y="262"/>
                </a:cubicBezTo>
                <a:cubicBezTo>
                  <a:pt x="607" y="262"/>
                  <a:pt x="611" y="262"/>
                  <a:pt x="614" y="261"/>
                </a:cubicBezTo>
                <a:cubicBezTo>
                  <a:pt x="618" y="260"/>
                  <a:pt x="621" y="259"/>
                  <a:pt x="624" y="258"/>
                </a:cubicBezTo>
                <a:cubicBezTo>
                  <a:pt x="628" y="256"/>
                  <a:pt x="631" y="255"/>
                  <a:pt x="634" y="253"/>
                </a:cubicBezTo>
                <a:cubicBezTo>
                  <a:pt x="636" y="251"/>
                  <a:pt x="639" y="249"/>
                  <a:pt x="640" y="248"/>
                </a:cubicBezTo>
                <a:cubicBezTo>
                  <a:pt x="640" y="237"/>
                  <a:pt x="640" y="226"/>
                  <a:pt x="640" y="215"/>
                </a:cubicBezTo>
                <a:cubicBezTo>
                  <a:pt x="640" y="205"/>
                  <a:pt x="641" y="194"/>
                  <a:pt x="641" y="183"/>
                </a:cubicBezTo>
                <a:cubicBezTo>
                  <a:pt x="636" y="183"/>
                  <a:pt x="631" y="184"/>
                  <a:pt x="625" y="184"/>
                </a:cubicBezTo>
                <a:cubicBezTo>
                  <a:pt x="619" y="185"/>
                  <a:pt x="613" y="186"/>
                  <a:pt x="608" y="187"/>
                </a:cubicBezTo>
                <a:cubicBezTo>
                  <a:pt x="602" y="188"/>
                  <a:pt x="596" y="190"/>
                  <a:pt x="591" y="192"/>
                </a:cubicBezTo>
                <a:cubicBezTo>
                  <a:pt x="585" y="194"/>
                  <a:pt x="581" y="196"/>
                  <a:pt x="577" y="200"/>
                </a:cubicBezTo>
                <a:cubicBezTo>
                  <a:pt x="572" y="203"/>
                  <a:pt x="569" y="206"/>
                  <a:pt x="567" y="211"/>
                </a:cubicBezTo>
                <a:cubicBezTo>
                  <a:pt x="564" y="215"/>
                  <a:pt x="563" y="220"/>
                  <a:pt x="563" y="225"/>
                </a:cubicBezTo>
                <a:close/>
                <a:moveTo>
                  <a:pt x="702" y="266"/>
                </a:moveTo>
                <a:cubicBezTo>
                  <a:pt x="725" y="262"/>
                  <a:pt x="725" y="262"/>
                  <a:pt x="725" y="262"/>
                </a:cubicBezTo>
                <a:cubicBezTo>
                  <a:pt x="725" y="122"/>
                  <a:pt x="725" y="122"/>
                  <a:pt x="725" y="122"/>
                </a:cubicBezTo>
                <a:cubicBezTo>
                  <a:pt x="701" y="108"/>
                  <a:pt x="701" y="108"/>
                  <a:pt x="701" y="108"/>
                </a:cubicBezTo>
                <a:cubicBezTo>
                  <a:pt x="701" y="98"/>
                  <a:pt x="701" y="98"/>
                  <a:pt x="701" y="98"/>
                </a:cubicBezTo>
                <a:cubicBezTo>
                  <a:pt x="746" y="84"/>
                  <a:pt x="746" y="84"/>
                  <a:pt x="746" y="84"/>
                </a:cubicBezTo>
                <a:cubicBezTo>
                  <a:pt x="754" y="87"/>
                  <a:pt x="754" y="87"/>
                  <a:pt x="754" y="87"/>
                </a:cubicBezTo>
                <a:cubicBezTo>
                  <a:pt x="754" y="112"/>
                  <a:pt x="754" y="112"/>
                  <a:pt x="754" y="112"/>
                </a:cubicBezTo>
                <a:cubicBezTo>
                  <a:pt x="758" y="109"/>
                  <a:pt x="763" y="105"/>
                  <a:pt x="768" y="102"/>
                </a:cubicBezTo>
                <a:cubicBezTo>
                  <a:pt x="774" y="99"/>
                  <a:pt x="780" y="96"/>
                  <a:pt x="786" y="93"/>
                </a:cubicBezTo>
                <a:cubicBezTo>
                  <a:pt x="792" y="91"/>
                  <a:pt x="798" y="88"/>
                  <a:pt x="805" y="87"/>
                </a:cubicBezTo>
                <a:cubicBezTo>
                  <a:pt x="812" y="85"/>
                  <a:pt x="818" y="84"/>
                  <a:pt x="824" y="84"/>
                </a:cubicBezTo>
                <a:cubicBezTo>
                  <a:pt x="834" y="84"/>
                  <a:pt x="843" y="85"/>
                  <a:pt x="850" y="88"/>
                </a:cubicBezTo>
                <a:cubicBezTo>
                  <a:pt x="858" y="91"/>
                  <a:pt x="864" y="96"/>
                  <a:pt x="868" y="102"/>
                </a:cubicBezTo>
                <a:cubicBezTo>
                  <a:pt x="873" y="109"/>
                  <a:pt x="876" y="117"/>
                  <a:pt x="878" y="128"/>
                </a:cubicBezTo>
                <a:cubicBezTo>
                  <a:pt x="880" y="138"/>
                  <a:pt x="881" y="150"/>
                  <a:pt x="881" y="165"/>
                </a:cubicBezTo>
                <a:cubicBezTo>
                  <a:pt x="881" y="262"/>
                  <a:pt x="881" y="262"/>
                  <a:pt x="881" y="262"/>
                </a:cubicBezTo>
                <a:cubicBezTo>
                  <a:pt x="908" y="266"/>
                  <a:pt x="908" y="266"/>
                  <a:pt x="908" y="266"/>
                </a:cubicBezTo>
                <a:cubicBezTo>
                  <a:pt x="908" y="280"/>
                  <a:pt x="908" y="280"/>
                  <a:pt x="908" y="280"/>
                </a:cubicBezTo>
                <a:cubicBezTo>
                  <a:pt x="822" y="280"/>
                  <a:pt x="822" y="280"/>
                  <a:pt x="822" y="280"/>
                </a:cubicBezTo>
                <a:cubicBezTo>
                  <a:pt x="822" y="266"/>
                  <a:pt x="822" y="266"/>
                  <a:pt x="822" y="266"/>
                </a:cubicBezTo>
                <a:cubicBezTo>
                  <a:pt x="848" y="262"/>
                  <a:pt x="848" y="262"/>
                  <a:pt x="848" y="262"/>
                </a:cubicBezTo>
                <a:cubicBezTo>
                  <a:pt x="848" y="171"/>
                  <a:pt x="848" y="171"/>
                  <a:pt x="848" y="171"/>
                </a:cubicBezTo>
                <a:cubicBezTo>
                  <a:pt x="848" y="160"/>
                  <a:pt x="847" y="151"/>
                  <a:pt x="846" y="143"/>
                </a:cubicBezTo>
                <a:cubicBezTo>
                  <a:pt x="845" y="135"/>
                  <a:pt x="843" y="129"/>
                  <a:pt x="840" y="124"/>
                </a:cubicBezTo>
                <a:cubicBezTo>
                  <a:pt x="837" y="118"/>
                  <a:pt x="833" y="115"/>
                  <a:pt x="827" y="112"/>
                </a:cubicBezTo>
                <a:cubicBezTo>
                  <a:pt x="822" y="110"/>
                  <a:pt x="815" y="109"/>
                  <a:pt x="806" y="109"/>
                </a:cubicBezTo>
                <a:cubicBezTo>
                  <a:pt x="799" y="109"/>
                  <a:pt x="791" y="111"/>
                  <a:pt x="783" y="114"/>
                </a:cubicBezTo>
                <a:cubicBezTo>
                  <a:pt x="776" y="117"/>
                  <a:pt x="767" y="121"/>
                  <a:pt x="758" y="127"/>
                </a:cubicBezTo>
                <a:cubicBezTo>
                  <a:pt x="758" y="262"/>
                  <a:pt x="758" y="262"/>
                  <a:pt x="758" y="262"/>
                </a:cubicBezTo>
                <a:cubicBezTo>
                  <a:pt x="784" y="266"/>
                  <a:pt x="784" y="266"/>
                  <a:pt x="784" y="266"/>
                </a:cubicBezTo>
                <a:cubicBezTo>
                  <a:pt x="784" y="280"/>
                  <a:pt x="784" y="280"/>
                  <a:pt x="784" y="280"/>
                </a:cubicBezTo>
                <a:cubicBezTo>
                  <a:pt x="702" y="280"/>
                  <a:pt x="702" y="280"/>
                  <a:pt x="702" y="280"/>
                </a:cubicBezTo>
                <a:lnTo>
                  <a:pt x="702" y="266"/>
                </a:lnTo>
                <a:close/>
                <a:moveTo>
                  <a:pt x="976" y="284"/>
                </a:moveTo>
                <a:cubicBezTo>
                  <a:pt x="966" y="284"/>
                  <a:pt x="957" y="282"/>
                  <a:pt x="947" y="279"/>
                </a:cubicBezTo>
                <a:cubicBezTo>
                  <a:pt x="938" y="275"/>
                  <a:pt x="930" y="269"/>
                  <a:pt x="923" y="261"/>
                </a:cubicBezTo>
                <a:cubicBezTo>
                  <a:pt x="917" y="253"/>
                  <a:pt x="911" y="243"/>
                  <a:pt x="907" y="230"/>
                </a:cubicBezTo>
                <a:cubicBezTo>
                  <a:pt x="902" y="218"/>
                  <a:pt x="900" y="204"/>
                  <a:pt x="900" y="187"/>
                </a:cubicBezTo>
                <a:cubicBezTo>
                  <a:pt x="900" y="172"/>
                  <a:pt x="903" y="157"/>
                  <a:pt x="908" y="144"/>
                </a:cubicBezTo>
                <a:cubicBezTo>
                  <a:pt x="913" y="132"/>
                  <a:pt x="920" y="120"/>
                  <a:pt x="929" y="111"/>
                </a:cubicBezTo>
                <a:cubicBezTo>
                  <a:pt x="938" y="102"/>
                  <a:pt x="949" y="95"/>
                  <a:pt x="961" y="89"/>
                </a:cubicBezTo>
                <a:cubicBezTo>
                  <a:pt x="973" y="84"/>
                  <a:pt x="986" y="82"/>
                  <a:pt x="1000" y="82"/>
                </a:cubicBezTo>
                <a:cubicBezTo>
                  <a:pt x="1006" y="82"/>
                  <a:pt x="1012" y="82"/>
                  <a:pt x="1018" y="83"/>
                </a:cubicBezTo>
                <a:cubicBezTo>
                  <a:pt x="1023" y="84"/>
                  <a:pt x="1028" y="85"/>
                  <a:pt x="1032" y="86"/>
                </a:cubicBezTo>
                <a:cubicBezTo>
                  <a:pt x="1032" y="29"/>
                  <a:pt x="1032" y="29"/>
                  <a:pt x="1032" y="29"/>
                </a:cubicBezTo>
                <a:cubicBezTo>
                  <a:pt x="996" y="22"/>
                  <a:pt x="996" y="22"/>
                  <a:pt x="996" y="22"/>
                </a:cubicBezTo>
                <a:cubicBezTo>
                  <a:pt x="996" y="7"/>
                  <a:pt x="996" y="7"/>
                  <a:pt x="996" y="7"/>
                </a:cubicBezTo>
                <a:cubicBezTo>
                  <a:pt x="1058" y="0"/>
                  <a:pt x="1058" y="0"/>
                  <a:pt x="1058" y="0"/>
                </a:cubicBezTo>
                <a:cubicBezTo>
                  <a:pt x="1065" y="4"/>
                  <a:pt x="1065" y="4"/>
                  <a:pt x="1065" y="4"/>
                </a:cubicBezTo>
                <a:cubicBezTo>
                  <a:pt x="1065" y="266"/>
                  <a:pt x="1065" y="266"/>
                  <a:pt x="1065" y="266"/>
                </a:cubicBezTo>
                <a:cubicBezTo>
                  <a:pt x="1089" y="266"/>
                  <a:pt x="1089" y="266"/>
                  <a:pt x="1089" y="266"/>
                </a:cubicBezTo>
                <a:cubicBezTo>
                  <a:pt x="1089" y="278"/>
                  <a:pt x="1089" y="278"/>
                  <a:pt x="1089" y="278"/>
                </a:cubicBezTo>
                <a:cubicBezTo>
                  <a:pt x="1087" y="279"/>
                  <a:pt x="1084" y="280"/>
                  <a:pt x="1081" y="281"/>
                </a:cubicBezTo>
                <a:cubicBezTo>
                  <a:pt x="1078" y="282"/>
                  <a:pt x="1075" y="283"/>
                  <a:pt x="1072" y="284"/>
                </a:cubicBezTo>
                <a:cubicBezTo>
                  <a:pt x="1069" y="284"/>
                  <a:pt x="1066" y="285"/>
                  <a:pt x="1062" y="285"/>
                </a:cubicBezTo>
                <a:cubicBezTo>
                  <a:pt x="1059" y="286"/>
                  <a:pt x="1056" y="286"/>
                  <a:pt x="1053" y="286"/>
                </a:cubicBezTo>
                <a:cubicBezTo>
                  <a:pt x="1051" y="286"/>
                  <a:pt x="1048" y="286"/>
                  <a:pt x="1046" y="285"/>
                </a:cubicBezTo>
                <a:cubicBezTo>
                  <a:pt x="1044" y="285"/>
                  <a:pt x="1042" y="284"/>
                  <a:pt x="1040" y="283"/>
                </a:cubicBezTo>
                <a:cubicBezTo>
                  <a:pt x="1038" y="282"/>
                  <a:pt x="1037" y="280"/>
                  <a:pt x="1035" y="278"/>
                </a:cubicBezTo>
                <a:cubicBezTo>
                  <a:pt x="1034" y="275"/>
                  <a:pt x="1034" y="272"/>
                  <a:pt x="1034" y="268"/>
                </a:cubicBezTo>
                <a:cubicBezTo>
                  <a:pt x="1034" y="264"/>
                  <a:pt x="1034" y="264"/>
                  <a:pt x="1034" y="264"/>
                </a:cubicBezTo>
                <a:cubicBezTo>
                  <a:pt x="1032" y="266"/>
                  <a:pt x="1029" y="268"/>
                  <a:pt x="1026" y="270"/>
                </a:cubicBezTo>
                <a:cubicBezTo>
                  <a:pt x="1023" y="273"/>
                  <a:pt x="1019" y="275"/>
                  <a:pt x="1014" y="277"/>
                </a:cubicBezTo>
                <a:cubicBezTo>
                  <a:pt x="1009" y="279"/>
                  <a:pt x="1003" y="281"/>
                  <a:pt x="997" y="282"/>
                </a:cubicBezTo>
                <a:cubicBezTo>
                  <a:pt x="990" y="284"/>
                  <a:pt x="983" y="284"/>
                  <a:pt x="976" y="284"/>
                </a:cubicBezTo>
                <a:close/>
                <a:moveTo>
                  <a:pt x="989" y="261"/>
                </a:moveTo>
                <a:cubicBezTo>
                  <a:pt x="993" y="261"/>
                  <a:pt x="996" y="260"/>
                  <a:pt x="999" y="260"/>
                </a:cubicBezTo>
                <a:cubicBezTo>
                  <a:pt x="1002" y="260"/>
                  <a:pt x="1005" y="259"/>
                  <a:pt x="1008" y="258"/>
                </a:cubicBezTo>
                <a:cubicBezTo>
                  <a:pt x="1014" y="257"/>
                  <a:pt x="1018" y="255"/>
                  <a:pt x="1022" y="253"/>
                </a:cubicBezTo>
                <a:cubicBezTo>
                  <a:pt x="1026" y="251"/>
                  <a:pt x="1030" y="248"/>
                  <a:pt x="1032" y="246"/>
                </a:cubicBezTo>
                <a:cubicBezTo>
                  <a:pt x="1032" y="114"/>
                  <a:pt x="1032" y="114"/>
                  <a:pt x="1032" y="114"/>
                </a:cubicBezTo>
                <a:cubicBezTo>
                  <a:pt x="1031" y="112"/>
                  <a:pt x="1030" y="111"/>
                  <a:pt x="1028" y="109"/>
                </a:cubicBezTo>
                <a:cubicBezTo>
                  <a:pt x="1026" y="107"/>
                  <a:pt x="1024" y="106"/>
                  <a:pt x="1021" y="105"/>
                </a:cubicBezTo>
                <a:cubicBezTo>
                  <a:pt x="1018" y="103"/>
                  <a:pt x="1014" y="102"/>
                  <a:pt x="1010" y="101"/>
                </a:cubicBezTo>
                <a:cubicBezTo>
                  <a:pt x="1006" y="100"/>
                  <a:pt x="1001" y="100"/>
                  <a:pt x="996" y="100"/>
                </a:cubicBezTo>
                <a:cubicBezTo>
                  <a:pt x="991" y="100"/>
                  <a:pt x="987" y="101"/>
                  <a:pt x="982" y="102"/>
                </a:cubicBezTo>
                <a:cubicBezTo>
                  <a:pt x="977" y="103"/>
                  <a:pt x="973" y="104"/>
                  <a:pt x="968" y="107"/>
                </a:cubicBezTo>
                <a:cubicBezTo>
                  <a:pt x="964" y="110"/>
                  <a:pt x="959" y="113"/>
                  <a:pt x="955" y="117"/>
                </a:cubicBezTo>
                <a:cubicBezTo>
                  <a:pt x="951" y="121"/>
                  <a:pt x="947" y="126"/>
                  <a:pt x="944" y="132"/>
                </a:cubicBezTo>
                <a:cubicBezTo>
                  <a:pt x="941" y="137"/>
                  <a:pt x="938" y="144"/>
                  <a:pt x="936" y="152"/>
                </a:cubicBezTo>
                <a:cubicBezTo>
                  <a:pt x="934" y="160"/>
                  <a:pt x="933" y="169"/>
                  <a:pt x="933" y="179"/>
                </a:cubicBezTo>
                <a:cubicBezTo>
                  <a:pt x="933" y="193"/>
                  <a:pt x="934" y="205"/>
                  <a:pt x="937" y="215"/>
                </a:cubicBezTo>
                <a:cubicBezTo>
                  <a:pt x="941" y="226"/>
                  <a:pt x="945" y="234"/>
                  <a:pt x="950" y="241"/>
                </a:cubicBezTo>
                <a:cubicBezTo>
                  <a:pt x="955" y="248"/>
                  <a:pt x="961" y="253"/>
                  <a:pt x="968" y="256"/>
                </a:cubicBezTo>
                <a:cubicBezTo>
                  <a:pt x="975" y="259"/>
                  <a:pt x="982" y="261"/>
                  <a:pt x="989" y="261"/>
                </a:cubicBezTo>
                <a:close/>
                <a:moveTo>
                  <a:pt x="1098" y="1"/>
                </a:moveTo>
                <a:cubicBezTo>
                  <a:pt x="1109" y="1"/>
                  <a:pt x="1119" y="10"/>
                  <a:pt x="1119" y="21"/>
                </a:cubicBezTo>
                <a:cubicBezTo>
                  <a:pt x="1119" y="33"/>
                  <a:pt x="1109" y="42"/>
                  <a:pt x="1098" y="42"/>
                </a:cubicBezTo>
                <a:cubicBezTo>
                  <a:pt x="1086" y="42"/>
                  <a:pt x="1077" y="33"/>
                  <a:pt x="1077" y="21"/>
                </a:cubicBezTo>
                <a:cubicBezTo>
                  <a:pt x="1077" y="10"/>
                  <a:pt x="1086" y="1"/>
                  <a:pt x="1098" y="1"/>
                </a:cubicBezTo>
                <a:close/>
                <a:moveTo>
                  <a:pt x="1098" y="39"/>
                </a:moveTo>
                <a:cubicBezTo>
                  <a:pt x="1108" y="39"/>
                  <a:pt x="1115" y="32"/>
                  <a:pt x="1115" y="21"/>
                </a:cubicBezTo>
                <a:cubicBezTo>
                  <a:pt x="1115" y="11"/>
                  <a:pt x="1108" y="4"/>
                  <a:pt x="1098" y="4"/>
                </a:cubicBezTo>
                <a:cubicBezTo>
                  <a:pt x="1088" y="4"/>
                  <a:pt x="1081" y="11"/>
                  <a:pt x="1081" y="21"/>
                </a:cubicBezTo>
                <a:cubicBezTo>
                  <a:pt x="1081" y="32"/>
                  <a:pt x="1088" y="39"/>
                  <a:pt x="1098" y="39"/>
                </a:cubicBezTo>
                <a:close/>
                <a:moveTo>
                  <a:pt x="1090" y="9"/>
                </a:moveTo>
                <a:cubicBezTo>
                  <a:pt x="1099" y="9"/>
                  <a:pt x="1099" y="9"/>
                  <a:pt x="1099" y="9"/>
                </a:cubicBezTo>
                <a:cubicBezTo>
                  <a:pt x="1105" y="9"/>
                  <a:pt x="1108" y="12"/>
                  <a:pt x="1108" y="16"/>
                </a:cubicBezTo>
                <a:cubicBezTo>
                  <a:pt x="1108" y="21"/>
                  <a:pt x="1105" y="23"/>
                  <a:pt x="1101" y="23"/>
                </a:cubicBezTo>
                <a:cubicBezTo>
                  <a:pt x="1108" y="34"/>
                  <a:pt x="1108" y="34"/>
                  <a:pt x="1108" y="34"/>
                </a:cubicBezTo>
                <a:cubicBezTo>
                  <a:pt x="1104" y="34"/>
                  <a:pt x="1104" y="34"/>
                  <a:pt x="1104" y="34"/>
                </a:cubicBezTo>
                <a:cubicBezTo>
                  <a:pt x="1098" y="23"/>
                  <a:pt x="1098" y="23"/>
                  <a:pt x="1098" y="23"/>
                </a:cubicBezTo>
                <a:cubicBezTo>
                  <a:pt x="1094" y="23"/>
                  <a:pt x="1094" y="23"/>
                  <a:pt x="1094" y="23"/>
                </a:cubicBezTo>
                <a:cubicBezTo>
                  <a:pt x="1094" y="34"/>
                  <a:pt x="1094" y="34"/>
                  <a:pt x="1094" y="34"/>
                </a:cubicBezTo>
                <a:cubicBezTo>
                  <a:pt x="1090" y="34"/>
                  <a:pt x="1090" y="34"/>
                  <a:pt x="1090" y="34"/>
                </a:cubicBezTo>
                <a:lnTo>
                  <a:pt x="1090" y="9"/>
                </a:lnTo>
                <a:close/>
                <a:moveTo>
                  <a:pt x="1094" y="20"/>
                </a:moveTo>
                <a:cubicBezTo>
                  <a:pt x="1097" y="20"/>
                  <a:pt x="1097" y="20"/>
                  <a:pt x="1097" y="20"/>
                </a:cubicBezTo>
                <a:cubicBezTo>
                  <a:pt x="1101" y="20"/>
                  <a:pt x="1104" y="20"/>
                  <a:pt x="1104" y="16"/>
                </a:cubicBezTo>
                <a:cubicBezTo>
                  <a:pt x="1104" y="13"/>
                  <a:pt x="1101" y="12"/>
                  <a:pt x="1099" y="12"/>
                </a:cubicBezTo>
                <a:cubicBezTo>
                  <a:pt x="1094" y="12"/>
                  <a:pt x="1094" y="12"/>
                  <a:pt x="1094" y="12"/>
                </a:cubicBezTo>
                <a:lnTo>
                  <a:pt x="1094" y="20"/>
                </a:lnTo>
                <a:close/>
              </a:path>
            </a:pathLst>
          </a:custGeom>
          <a:gradFill>
            <a:gsLst>
              <a:gs pos="0">
                <a:srgbClr val="53BD4E"/>
              </a:gs>
              <a:gs pos="99000">
                <a:srgbClr val="54C8E8"/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0" hasCustomPrompt="1"/>
          </p:nvPr>
        </p:nvSpPr>
        <p:spPr>
          <a:xfrm>
            <a:off x="2438400" y="4572000"/>
            <a:ext cx="7315200" cy="457200"/>
          </a:xfrm>
        </p:spPr>
        <p:txBody>
          <a:bodyPr>
            <a:noAutofit/>
          </a:bodyPr>
          <a:lstStyle>
            <a:lvl1pPr marL="5715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bg1"/>
                </a:solidFill>
              </a:defRPr>
            </a:lvl2pPr>
            <a:lvl3pPr marL="800100" indent="0" algn="ctr">
              <a:buNone/>
              <a:defRPr sz="1800">
                <a:solidFill>
                  <a:schemeClr val="bg1"/>
                </a:solidFill>
              </a:defRPr>
            </a:lvl3pPr>
            <a:lvl4pPr marL="1198563" indent="0" algn="ctr">
              <a:buNone/>
              <a:defRPr sz="1600">
                <a:solidFill>
                  <a:schemeClr val="bg1"/>
                </a:solidFill>
              </a:defRPr>
            </a:lvl4pPr>
            <a:lvl5pPr marL="1604962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&lt;Call to action&gt;</a:t>
            </a:r>
          </a:p>
        </p:txBody>
      </p:sp>
    </p:spTree>
    <p:extLst>
      <p:ext uri="{BB962C8B-B14F-4D97-AF65-F5344CB8AC3E}">
        <p14:creationId xmlns:p14="http://schemas.microsoft.com/office/powerpoint/2010/main" val="15857431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1" presetClass="entr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3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21"/>
                                        </p:tgtEl>
                                      </p:cBhvr>
                                      <p:by x="11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7" presetClass="exit" presetSubtype="1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2" presetClass="path" presetSubtype="0" accel="70000" decel="2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4 " pathEditMode="relative" rAng="0" ptsTypes="AA">
                                      <p:cBhvr>
                                        <p:cTn id="38" dur="5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0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022E-16 L 0 0.01667 " pathEditMode="relative" rAng="0" ptsTypes="AA">
                                      <p:cBhvr>
                                        <p:cTn id="40" dur="13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33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6" presetClass="emph" presetSubtype="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130" fill="hold"/>
                                        <p:tgtEl>
                                          <p:spTgt spid="24"/>
                                        </p:tgtEl>
                                      </p:cBhvr>
                                      <p:by x="11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17" presetClass="exit" presetSubtype="1" fill="hold" grpId="1" nodeType="withEffect">
                                  <p:stCondLst>
                                    <p:cond delay="17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7" presetClass="exit" presetSubtype="1" fill="hold" grpId="1" nodeType="withEffect">
                                  <p:stCondLst>
                                    <p:cond delay="17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6" presetClass="emph" presetSubtype="0" fill="hold" grpId="2" nodeType="withEffect">
                                  <p:stCondLst>
                                    <p:cond delay="170"/>
                                  </p:stCondLst>
                                  <p:childTnLst>
                                    <p:animScale>
                                      <p:cBhvr>
                                        <p:cTn id="56" dur="250" fill="hold"/>
                                        <p:tgtEl>
                                          <p:spTgt spid="23"/>
                                        </p:tgtEl>
                                      </p:cBhvr>
                                      <p:by x="15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6" presetClass="emph" presetSubtype="0" fill="hold" grpId="2" nodeType="withEffect">
                                  <p:stCondLst>
                                    <p:cond delay="170"/>
                                  </p:stCondLst>
                                  <p:childTnLst>
                                    <p:animScale>
                                      <p:cBhvr>
                                        <p:cTn id="58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15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2" presetClass="path" presetSubtype="0" decel="100000" fill="hold" grpId="1" nodeType="withEffect">
                                  <p:stCondLst>
                                    <p:cond delay="380"/>
                                  </p:stCondLst>
                                  <p:childTnLst>
                                    <p:animMotion origin="layout" path="M 0 1.85185E-6 L 0 0.1 " pathEditMode="relative" rAng="0" ptsTypes="AA">
                                      <p:cBhvr>
                                        <p:cTn id="63" dur="25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00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17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path" presetSubtype="0" accel="70000" decel="3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764 L 5.55112E-17 0.14236 " pathEditMode="relative" rAng="0" ptsTypes="AA">
                                      <p:cBhvr>
                                        <p:cTn id="69" dur="5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00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6" presetClass="emph" presetSubtype="0" accel="26000" decel="74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1" dur="250" fill="hold"/>
                                        <p:tgtEl>
                                          <p:spTgt spid="27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17" presetClass="exit" presetSubtype="10" fill="hold" grpId="3" nodeType="withEffect">
                                  <p:stCondLst>
                                    <p:cond delay="13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3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37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7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path" presetSubtype="0" accel="70000" decel="3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764 L 0 0.14236 " pathEditMode="relative" rAng="0" ptsTypes="AA">
                                      <p:cBhvr>
                                        <p:cTn id="81" dur="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00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6" presetClass="emph" presetSubtype="0" accel="26000" decel="74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3" dur="250" fill="hold"/>
                                        <p:tgtEl>
                                          <p:spTgt spid="26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84" presetID="17" presetClass="exit" presetSubtype="10" fill="hold" grpId="3" nodeType="withEffect">
                                  <p:stCondLst>
                                    <p:cond delay="130"/>
                                  </p:stCondLst>
                                  <p:childTnLst>
                                    <p:anim calcmode="lin" valueType="num">
                                      <p:cBhvr>
                                        <p:cTn id="85" dur="38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8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37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630"/>
                            </p:stCondLst>
                            <p:childTnLst>
                              <p:par>
                                <p:cTn id="8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13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2" grpId="0" animBg="1"/>
      <p:bldP spid="22" grpId="1" animBg="1"/>
      <p:bldP spid="22" grpId="2" animBg="1"/>
      <p:bldP spid="22" grpId="3" animBg="1"/>
      <p:bldP spid="22" grpId="4" animBg="1"/>
      <p:bldP spid="22" grpId="5" animBg="1"/>
      <p:bldP spid="23" grpId="0" animBg="1"/>
      <p:bldP spid="23" grpId="1" animBg="1"/>
      <p:bldP spid="23" grpId="2" animBg="1"/>
      <p:bldP spid="23" grpId="3" animBg="1"/>
      <p:bldP spid="23" grpId="4" animBg="1"/>
      <p:bldP spid="23" grpId="5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5" grpId="0" animBg="1"/>
      <p:bldP spid="25" grpId="1" animBg="1"/>
      <p:bldP spid="25" grpId="2" animBg="1"/>
      <p:bldP spid="25" grpId="3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8" grpId="0" animBg="1"/>
      <p:bldP spid="28" grpId="1" animBg="1"/>
      <p:bldP spid="29" grpId="0" animBg="1"/>
      <p:bldP spid="29" grpId="1" animBg="1"/>
      <p:bldP spid="29" grpId="2" animBg="1"/>
      <p:bldP spid="29" grpId="3" animBg="1"/>
      <p:bldP spid="31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ram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275844" y="274320"/>
            <a:ext cx="11640312" cy="6309360"/>
          </a:xfrm>
          <a:prstGeom prst="rect">
            <a:avLst/>
          </a:prstGeom>
          <a:noFill/>
          <a:ln w="57150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  <a:lin ang="5400000" scaled="1"/>
            </a:gra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600512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71118-6541-467B-AB71-EAB046115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685800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B97EB-ED75-4EDB-8F10-F21465C79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43000"/>
            <a:ext cx="8686800" cy="5257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B1A47-1029-4EF2-AB59-A978C590AE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96400" y="1143000"/>
            <a:ext cx="2514600" cy="5257800"/>
          </a:xfrm>
          <a:solidFill>
            <a:schemeClr val="accent5"/>
          </a:solidFill>
        </p:spPr>
        <p:txBody>
          <a:bodyPr lIns="91440" tIns="91440" rIns="91440" bIns="9144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68143-0EE0-4783-89E1-5EA55EC5D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BB4D3-DC82-4F22-84F1-DA3E8BF67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5A4EFE-6E2A-4694-BE6D-C4EB3FAB5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12549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32049-244A-43A9-88AF-6787D3270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685800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8E15E2-4FEA-40B8-945D-0B65E7AB7D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124200" y="1143000"/>
            <a:ext cx="8686800" cy="5257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CC6DC-B05C-4067-BC75-5292D1CF2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0" y="1143000"/>
            <a:ext cx="2514599" cy="5257800"/>
          </a:xfrm>
          <a:solidFill>
            <a:schemeClr val="accent5"/>
          </a:solidFill>
        </p:spPr>
        <p:txBody>
          <a:bodyPr lIns="91440" tIns="91440" rIns="91440" bIns="9144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9517C-C18A-4977-84E8-E92783D41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D6DB1-8D60-4505-A190-4A11920A5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2A32F-FDE5-4A2A-A5AF-32CCAB7B7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502843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99D5C-A5D8-4D18-92D3-1790284F7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90A79-549C-47E8-92BE-BDE73DBB4A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E81E6-4801-4B57-BCF5-7A9571257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8FF66-4096-4B53-BDE2-48B92948B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9FE22-CE81-47A2-9C57-58EADEE2B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1A0692-27FF-492F-82F1-7C5A96123CBF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737696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EE3BAA-4353-4449-B9AC-D52594A670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96400" y="228600"/>
            <a:ext cx="2514600" cy="6400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E1CD9-D44A-45C2-A358-22F8C3110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81000" y="228600"/>
            <a:ext cx="8686800" cy="6400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1B038-654A-4C00-8E40-A96929AE5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CB0D3-C000-4D4E-BCB4-E950A3FD1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58687-6661-4CCF-9D72-C63BAC7E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54F799F-F405-43CF-BB9D-38C9E6354058}"/>
              </a:ext>
            </a:extLst>
          </p:cNvPr>
          <p:cNvCxnSpPr>
            <a:cxnSpLocks/>
          </p:cNvCxnSpPr>
          <p:nvPr userDrawn="1"/>
        </p:nvCxnSpPr>
        <p:spPr>
          <a:xfrm>
            <a:off x="9182100" y="228600"/>
            <a:ext cx="0" cy="640080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2"/>
                </a:gs>
                <a:gs pos="99000">
                  <a:schemeClr val="accent1"/>
                </a:gs>
              </a:gsLst>
              <a:lin ang="5400000" scaled="1"/>
              <a:tileRect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67173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76144-3494-48F5-912E-6FE667D29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1"/>
            <a:ext cx="11430000" cy="685799"/>
          </a:xfrm>
          <a:prstGeom prst="rect">
            <a:avLst/>
          </a:prstGeom>
        </p:spPr>
        <p:txBody>
          <a:bodyPr vert="horz" lIns="0" tIns="4572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2797A-0E14-474C-848E-06912870A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143000"/>
            <a:ext cx="11430000" cy="5257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A217E-6DDA-4383-B366-A0FA149DB9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629400"/>
            <a:ext cx="1371600" cy="1143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E200A-1E68-4329-B3DC-2AB4387CCD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629401"/>
            <a:ext cx="7772400" cy="1143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1512A-0CCA-42A8-A940-F6DF060CC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9400" y="6629400"/>
            <a:ext cx="1371600" cy="114299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471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83" r:id="rId4"/>
    <p:sldLayoutId id="2147483684" r:id="rId5"/>
    <p:sldLayoutId id="2147483654" r:id="rId6"/>
    <p:sldLayoutId id="2147483650" r:id="rId7"/>
    <p:sldLayoutId id="2147483663" r:id="rId8"/>
    <p:sldLayoutId id="2147483662" r:id="rId9"/>
    <p:sldLayoutId id="2147483651" r:id="rId10"/>
    <p:sldLayoutId id="2147483664" r:id="rId11"/>
    <p:sldLayoutId id="2147483665" r:id="rId12"/>
    <p:sldLayoutId id="2147483652" r:id="rId13"/>
    <p:sldLayoutId id="2147483666" r:id="rId14"/>
    <p:sldLayoutId id="2147483667" r:id="rId15"/>
    <p:sldLayoutId id="2147483653" r:id="rId16"/>
    <p:sldLayoutId id="2147483668" r:id="rId17"/>
    <p:sldLayoutId id="2147483669" r:id="rId18"/>
    <p:sldLayoutId id="2147483655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2" r:id="rId31"/>
    <p:sldLayoutId id="2147483681" r:id="rId32"/>
    <p:sldLayoutId id="2147483685" r:id="rId33"/>
    <p:sldLayoutId id="2147483656" r:id="rId34"/>
    <p:sldLayoutId id="2147483657" r:id="rId35"/>
    <p:sldLayoutId id="2147483658" r:id="rId36"/>
    <p:sldLayoutId id="2147483659" r:id="rId37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3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84313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89125" indent="-28416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44" userDrawn="1">
          <p15:clr>
            <a:srgbClr val="F26B43"/>
          </p15:clr>
        </p15:guide>
        <p15:guide id="4" orient="horz" pos="4176" userDrawn="1">
          <p15:clr>
            <a:srgbClr val="F26B43"/>
          </p15:clr>
        </p15:guide>
        <p15:guide id="5" pos="240" userDrawn="1">
          <p15:clr>
            <a:srgbClr val="F26B43"/>
          </p15:clr>
        </p15:guide>
        <p15:guide id="6" pos="74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jsfiddle.net/a17tmcfn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0999" y="228600"/>
            <a:ext cx="8801101" cy="2743200"/>
          </a:xfrm>
        </p:spPr>
        <p:txBody>
          <a:bodyPr>
            <a:noAutofit/>
          </a:bodyPr>
          <a:lstStyle/>
          <a:p>
            <a:r>
              <a:rPr lang="en-US" sz="6600" dirty="0"/>
              <a:t>Buttons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5859489" cy="553998"/>
          </a:xfrm>
        </p:spPr>
        <p:txBody>
          <a:bodyPr/>
          <a:lstStyle/>
          <a:p>
            <a:r>
              <a:rPr lang="en-US"/>
              <a:t>HTO: Website Development</a:t>
            </a:r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1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9988083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Buttons</a:t>
            </a:r>
          </a:p>
        </p:txBody>
      </p:sp>
      <p:pic>
        <p:nvPicPr>
          <p:cNvPr id="1026" name="Picture 2" descr="To Be Not To Be 0 AKE-CLARK. TuMBLR William Shakespeare Macbeth Hamlet cartoon text nose comics design line fiction art orga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32"/>
          <a:stretch/>
        </p:blipFill>
        <p:spPr bwMode="auto">
          <a:xfrm>
            <a:off x="6553200" y="0"/>
            <a:ext cx="4572000" cy="662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23540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a button do on a webpage?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314700"/>
            <a:ext cx="11430000" cy="30861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Buttons can execute JavaScript code when the user clicks them</a:t>
            </a:r>
          </a:p>
          <a:p>
            <a:pPr marL="57150" indent="0">
              <a:buNone/>
            </a:pPr>
            <a:endParaRPr lang="en-US" dirty="0"/>
          </a:p>
          <a:p>
            <a:r>
              <a:rPr lang="en-US" dirty="0"/>
              <a:t>This makes webpages more interactive</a:t>
            </a:r>
          </a:p>
          <a:p>
            <a:endParaRPr lang="en-US" dirty="0"/>
          </a:p>
          <a:p>
            <a:r>
              <a:rPr lang="en-US" dirty="0"/>
              <a:t>Instead of running all the JavaScript code when the page loads, it can run whenever the user wants it to run!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417" y="1286699"/>
            <a:ext cx="5125165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8674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0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How to Add a </a:t>
            </a:r>
            <a:r>
              <a:rPr lang="en-US" sz="4000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button</a:t>
            </a:r>
            <a:r>
              <a:rPr lang="en-US" dirty="0">
                <a:solidFill>
                  <a:schemeClr val="bg1"/>
                </a:solidFill>
              </a:rPr>
              <a:t> in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11430000" cy="5257800"/>
          </a:xfrm>
          <a:noFill/>
        </p:spPr>
        <p:txBody>
          <a:bodyPr>
            <a:normAutofit/>
          </a:bodyPr>
          <a:lstStyle/>
          <a:p>
            <a:pPr marL="57150" indent="0" algn="ctr">
              <a:buNone/>
            </a:pPr>
            <a:r>
              <a:rPr lang="en-US" sz="3600" dirty="0">
                <a:solidFill>
                  <a:srgbClr val="46BDFF"/>
                </a:solidFill>
                <a:latin typeface="Consolas" panose="020B0609020204030204" pitchFamily="49" charset="0"/>
              </a:rPr>
              <a:t>&lt;button</a:t>
            </a:r>
            <a:r>
              <a:rPr lang="en-US" sz="3600" dirty="0">
                <a:solidFill>
                  <a:srgbClr val="FCFCFC"/>
                </a:solidFill>
                <a:latin typeface="Consolas" panose="020B0609020204030204" pitchFamily="49" charset="0"/>
              </a:rPr>
              <a:t> </a:t>
            </a:r>
            <a:r>
              <a:rPr lang="en-US" sz="3600" dirty="0">
                <a:solidFill>
                  <a:srgbClr val="96A1FF"/>
                </a:solidFill>
                <a:latin typeface="Consolas" panose="020B0609020204030204" pitchFamily="49" charset="0"/>
              </a:rPr>
              <a:t>onclick</a:t>
            </a:r>
            <a:r>
              <a:rPr lang="en-US" sz="3600" dirty="0">
                <a:solidFill>
                  <a:srgbClr val="FF16B0"/>
                </a:solidFill>
                <a:latin typeface="Consolas" panose="020B0609020204030204" pitchFamily="49" charset="0"/>
              </a:rPr>
              <a:t>=</a:t>
            </a:r>
            <a:r>
              <a:rPr lang="en-US" sz="3600" dirty="0">
                <a:solidFill>
                  <a:srgbClr val="DF81FC"/>
                </a:solidFill>
                <a:latin typeface="Consolas" panose="020B0609020204030204" pitchFamily="49" charset="0"/>
              </a:rPr>
              <a:t>"</a:t>
            </a:r>
            <a:r>
              <a:rPr lang="en-US" sz="3600" dirty="0" err="1">
                <a:solidFill>
                  <a:srgbClr val="FCFCFC"/>
                </a:solidFill>
                <a:latin typeface="Consolas" panose="020B0609020204030204" pitchFamily="49" charset="0"/>
              </a:rPr>
              <a:t>buttonClick</a:t>
            </a:r>
            <a:r>
              <a:rPr lang="en-US" sz="3600" dirty="0">
                <a:solidFill>
                  <a:srgbClr val="DF81FC"/>
                </a:solidFill>
                <a:latin typeface="Consolas" panose="020B0609020204030204" pitchFamily="49" charset="0"/>
              </a:rPr>
              <a:t>()"</a:t>
            </a:r>
            <a:r>
              <a:rPr lang="en-US" sz="3600" dirty="0">
                <a:solidFill>
                  <a:srgbClr val="46BDFF"/>
                </a:solidFill>
                <a:latin typeface="Consolas" panose="020B0609020204030204" pitchFamily="49" charset="0"/>
              </a:rPr>
              <a:t>&gt;</a:t>
            </a:r>
            <a:r>
              <a:rPr lang="en-US" sz="3600" dirty="0">
                <a:solidFill>
                  <a:srgbClr val="FCFCFC"/>
                </a:solidFill>
                <a:latin typeface="Consolas" panose="020B0609020204030204" pitchFamily="49" charset="0"/>
              </a:rPr>
              <a:t>Send</a:t>
            </a:r>
            <a:r>
              <a:rPr lang="en-US" sz="3600" dirty="0">
                <a:solidFill>
                  <a:srgbClr val="46BDFF"/>
                </a:solidFill>
                <a:latin typeface="Consolas" panose="020B0609020204030204" pitchFamily="49" charset="0"/>
              </a:rPr>
              <a:t>&lt;/button&gt;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46BDFF"/>
                </a:solidFill>
                <a:latin typeface="Consolas" panose="020B0609020204030204" pitchFamily="49" charset="0"/>
              </a:rPr>
              <a:t>&lt;button&gt;</a:t>
            </a:r>
            <a:r>
              <a:rPr lang="en-US" sz="3600" i="1" dirty="0">
                <a:solidFill>
                  <a:schemeClr val="bg1"/>
                </a:solidFill>
              </a:rPr>
              <a:t> </a:t>
            </a:r>
            <a:r>
              <a:rPr lang="en-US" sz="3600" i="1" dirty="0">
                <a:solidFill>
                  <a:schemeClr val="bg2">
                    <a:lumMod val="75000"/>
                  </a:schemeClr>
                </a:solidFill>
              </a:rPr>
              <a:t>opening tag</a:t>
            </a:r>
          </a:p>
          <a:p>
            <a:r>
              <a:rPr lang="en-US" sz="3600" dirty="0">
                <a:solidFill>
                  <a:srgbClr val="96A1FF"/>
                </a:solidFill>
                <a:latin typeface="Consolas" panose="020B0609020204030204" pitchFamily="49" charset="0"/>
              </a:rPr>
              <a:t>onclick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i="1" dirty="0">
                <a:solidFill>
                  <a:schemeClr val="bg2">
                    <a:lumMod val="75000"/>
                  </a:schemeClr>
                </a:solidFill>
              </a:rPr>
              <a:t>attribute</a:t>
            </a:r>
          </a:p>
          <a:p>
            <a:r>
              <a:rPr lang="en-US" sz="3600" dirty="0" err="1">
                <a:solidFill>
                  <a:srgbClr val="FCFCFC"/>
                </a:solidFill>
                <a:latin typeface="Consolas" panose="020B0609020204030204" pitchFamily="49" charset="0"/>
              </a:rPr>
              <a:t>buttonClick</a:t>
            </a:r>
            <a:r>
              <a:rPr lang="en-US" sz="3600" dirty="0">
                <a:solidFill>
                  <a:srgbClr val="DF81FC"/>
                </a:solidFill>
                <a:latin typeface="Consolas" panose="020B0609020204030204" pitchFamily="49" charset="0"/>
              </a:rPr>
              <a:t>()</a:t>
            </a:r>
            <a:r>
              <a:rPr lang="en-US" sz="3600" i="1" dirty="0">
                <a:solidFill>
                  <a:schemeClr val="bg1"/>
                </a:solidFill>
              </a:rPr>
              <a:t> </a:t>
            </a:r>
            <a:r>
              <a:rPr lang="en-US" sz="3600" i="1" dirty="0">
                <a:solidFill>
                  <a:schemeClr val="bg2">
                    <a:lumMod val="75000"/>
                  </a:schemeClr>
                </a:solidFill>
              </a:rPr>
              <a:t>function call</a:t>
            </a:r>
          </a:p>
          <a:p>
            <a:pPr lvl="1"/>
            <a:r>
              <a:rPr lang="en-US" sz="3067" i="1" dirty="0">
                <a:solidFill>
                  <a:schemeClr val="bg2">
                    <a:lumMod val="75000"/>
                  </a:schemeClr>
                </a:solidFill>
              </a:rPr>
              <a:t>More on this later</a:t>
            </a:r>
          </a:p>
          <a:p>
            <a:r>
              <a:rPr lang="en-US" sz="3600" dirty="0">
                <a:solidFill>
                  <a:srgbClr val="FCFCFC"/>
                </a:solidFill>
                <a:latin typeface="Consolas" panose="020B0609020204030204" pitchFamily="49" charset="0"/>
              </a:rPr>
              <a:t>Send</a:t>
            </a:r>
            <a:r>
              <a:rPr lang="en-US" sz="3200" i="1" dirty="0"/>
              <a:t> </a:t>
            </a:r>
            <a:r>
              <a:rPr lang="en-US" sz="3600" i="1" dirty="0">
                <a:solidFill>
                  <a:schemeClr val="bg2">
                    <a:lumMod val="75000"/>
                  </a:schemeClr>
                </a:solidFill>
              </a:rPr>
              <a:t>button text</a:t>
            </a:r>
          </a:p>
          <a:p>
            <a:r>
              <a:rPr lang="en-US" sz="3600" dirty="0">
                <a:solidFill>
                  <a:srgbClr val="46BDFF"/>
                </a:solidFill>
                <a:latin typeface="Consolas" panose="020B0609020204030204" pitchFamily="49" charset="0"/>
              </a:rPr>
              <a:t>&lt;/button&gt;</a:t>
            </a:r>
            <a:r>
              <a:rPr lang="en-US" sz="3600" dirty="0"/>
              <a:t> </a:t>
            </a:r>
            <a:r>
              <a:rPr lang="en-US" sz="3600" i="1" dirty="0">
                <a:solidFill>
                  <a:schemeClr val="bg2">
                    <a:lumMod val="75000"/>
                  </a:schemeClr>
                </a:solidFill>
              </a:rPr>
              <a:t>closing tag</a:t>
            </a:r>
            <a:endParaRPr lang="en-US" sz="3200" i="1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419A06-B683-414A-B6F4-B8A67E443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3086100"/>
            <a:ext cx="3124636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1126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Functions</a:t>
            </a:r>
          </a:p>
        </p:txBody>
      </p:sp>
      <p:pic>
        <p:nvPicPr>
          <p:cNvPr id="3" name="Picture 2" descr="Examples and non-exmaples of functions. | Download Scientific Diagram">
            <a:extLst>
              <a:ext uri="{FF2B5EF4-FFF2-40B4-BE49-F238E27FC236}">
                <a16:creationId xmlns:a16="http://schemas.microsoft.com/office/drawing/2014/main" id="{9BC5FF57-CF51-43EF-922C-66C302042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485900"/>
            <a:ext cx="4410075" cy="441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662205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tell a button what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" indent="0">
              <a:buNone/>
            </a:pPr>
            <a:r>
              <a:rPr lang="en-US" dirty="0"/>
              <a:t>In the </a:t>
            </a:r>
            <a:r>
              <a:rPr lang="en-US" b="1" dirty="0"/>
              <a:t>script.js</a:t>
            </a:r>
            <a:r>
              <a:rPr lang="en-US" dirty="0"/>
              <a:t> file:</a:t>
            </a:r>
          </a:p>
          <a:p>
            <a:pPr marL="57150" indent="0"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buttonClick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() {</a:t>
            </a:r>
          </a:p>
          <a:p>
            <a:pPr marL="57150" indent="0"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alert(</a:t>
            </a:r>
            <a:r>
              <a:rPr lang="en-US" sz="3200" dirty="0">
                <a:solidFill>
                  <a:srgbClr val="A31515"/>
                </a:solidFill>
                <a:latin typeface="Consolas" panose="020B0609020204030204" pitchFamily="49" charset="0"/>
              </a:rPr>
              <a:t>"You clicked!"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57150" indent="0"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57150" indent="0">
              <a:buNone/>
            </a:pP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7150" indent="0">
              <a:buNone/>
            </a:pPr>
            <a:r>
              <a:rPr lang="en-US" sz="3200" i="1" dirty="0"/>
              <a:t>Must</a:t>
            </a:r>
            <a:r>
              <a:rPr lang="en-US" sz="3200" dirty="0"/>
              <a:t> match the function call in the HTML button </a:t>
            </a:r>
            <a:r>
              <a:rPr lang="en-US" sz="3200" b="1" dirty="0" err="1"/>
              <a:t>onclick</a:t>
            </a:r>
            <a:r>
              <a:rPr lang="en-US" sz="3200" dirty="0"/>
              <a:t>:</a:t>
            </a:r>
          </a:p>
          <a:p>
            <a:pPr marL="57150" indent="0">
              <a:buNone/>
            </a:pPr>
            <a:r>
              <a:rPr lang="en-US" sz="3600" dirty="0">
                <a:solidFill>
                  <a:srgbClr val="800000"/>
                </a:solidFill>
                <a:latin typeface="Consolas" panose="020B0609020204030204" pitchFamily="49" charset="0"/>
              </a:rPr>
              <a:t>&lt;button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3600" dirty="0" err="1">
                <a:solidFill>
                  <a:srgbClr val="FF0000"/>
                </a:solidFill>
                <a:latin typeface="Consolas" panose="020B0609020204030204" pitchFamily="49" charset="0"/>
              </a:rPr>
              <a:t>onclick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36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3600" dirty="0" err="1">
                <a:solidFill>
                  <a:srgbClr val="0000FF"/>
                </a:solidFill>
                <a:latin typeface="Consolas" panose="020B0609020204030204" pitchFamily="49" charset="0"/>
              </a:rPr>
              <a:t>buttonClick</a:t>
            </a:r>
            <a:r>
              <a:rPr lang="en-US" sz="3600" dirty="0">
                <a:solidFill>
                  <a:srgbClr val="0000FF"/>
                </a:solidFill>
                <a:latin typeface="Consolas" panose="020B0609020204030204" pitchFamily="49" charset="0"/>
              </a:rPr>
              <a:t>()"</a:t>
            </a:r>
            <a:r>
              <a:rPr lang="en-US" sz="3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Send</a:t>
            </a:r>
            <a:r>
              <a:rPr lang="en-US" sz="3600" dirty="0">
                <a:solidFill>
                  <a:srgbClr val="800000"/>
                </a:solidFill>
                <a:latin typeface="Consolas" panose="020B0609020204030204" pitchFamily="49" charset="0"/>
              </a:rPr>
              <a:t>&lt;/button&gt;</a:t>
            </a:r>
            <a:endParaRPr 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7150" indent="0">
              <a:buNone/>
            </a:pPr>
            <a:endParaRPr lang="en-US" sz="3200" dirty="0"/>
          </a:p>
          <a:p>
            <a:pPr marL="57150" indent="0">
              <a:buNone/>
            </a:pP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7150" indent="0">
              <a:buNone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 bwMode="auto">
          <a:xfrm>
            <a:off x="2377440" y="1714500"/>
            <a:ext cx="2560320" cy="571500"/>
          </a:xfrm>
          <a:prstGeom prst="rect">
            <a:avLst/>
          </a:prstGeom>
          <a:solidFill>
            <a:schemeClr val="accent2">
              <a:alpha val="31000"/>
            </a:schemeClr>
          </a:solidFill>
          <a:ln w="19050">
            <a:solidFill>
              <a:schemeClr val="accent2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4681728" y="4914900"/>
            <a:ext cx="2843784" cy="571500"/>
          </a:xfrm>
          <a:prstGeom prst="rect">
            <a:avLst/>
          </a:prstGeom>
          <a:solidFill>
            <a:schemeClr val="accent2">
              <a:alpha val="31000"/>
            </a:schemeClr>
          </a:solidFill>
          <a:ln w="19050">
            <a:solidFill>
              <a:schemeClr val="accent2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2CAD3E-159F-48F1-A6C4-BBEE15EB8AE0}"/>
              </a:ext>
            </a:extLst>
          </p:cNvPr>
          <p:cNvSpPr/>
          <p:nvPr/>
        </p:nvSpPr>
        <p:spPr bwMode="auto">
          <a:xfrm>
            <a:off x="6553200" y="1257300"/>
            <a:ext cx="5257800" cy="2514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2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chemeClr val="bg2">
                    <a:lumMod val="25000"/>
                  </a:schemeClr>
                </a:solidFill>
                <a:ea typeface="Segoe UI" pitchFamily="34" charset="0"/>
                <a:cs typeface="Segoe UI" pitchFamily="34" charset="0"/>
              </a:rPr>
              <a:t>When the button is clicked, the code in the </a:t>
            </a:r>
            <a:r>
              <a:rPr lang="en-US" sz="3200" b="1" i="1" dirty="0">
                <a:solidFill>
                  <a:srgbClr val="00B0F0"/>
                </a:solidFill>
                <a:ea typeface="Segoe UI" pitchFamily="34" charset="0"/>
                <a:cs typeface="Segoe UI" pitchFamily="34" charset="0"/>
              </a:rPr>
              <a:t>body</a:t>
            </a:r>
            <a:r>
              <a:rPr lang="en-US" sz="3200" dirty="0">
                <a:solidFill>
                  <a:schemeClr val="bg2">
                    <a:lumMod val="25000"/>
                  </a:schemeClr>
                </a:solidFill>
                <a:ea typeface="Segoe UI" pitchFamily="34" charset="0"/>
                <a:cs typeface="Segoe UI" pitchFamily="34" charset="0"/>
              </a:rPr>
              <a:t> of the function (e.g., the </a:t>
            </a:r>
            <a:r>
              <a:rPr lang="en-US" sz="3200" b="1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alert</a:t>
            </a:r>
            <a:r>
              <a:rPr lang="en-US" sz="3200" dirty="0">
                <a:solidFill>
                  <a:schemeClr val="bg2">
                    <a:lumMod val="25000"/>
                  </a:schemeClr>
                </a:solidFill>
                <a:ea typeface="Segoe UI" pitchFamily="34" charset="0"/>
                <a:cs typeface="Segoe UI" pitchFamily="34" charset="0"/>
              </a:rPr>
              <a:t>) will </a:t>
            </a:r>
            <a:r>
              <a:rPr lang="en-US" sz="3200" b="1" i="1" dirty="0">
                <a:solidFill>
                  <a:srgbClr val="C00000"/>
                </a:solidFill>
                <a:ea typeface="Segoe UI" pitchFamily="34" charset="0"/>
                <a:cs typeface="Segoe UI" pitchFamily="34" charset="0"/>
              </a:rPr>
              <a:t>execute</a:t>
            </a:r>
            <a:r>
              <a:rPr lang="en-US" sz="3200" dirty="0">
                <a:solidFill>
                  <a:schemeClr val="bg2">
                    <a:lumMod val="25000"/>
                  </a:schemeClr>
                </a:solidFill>
                <a:ea typeface="Segoe UI" pitchFamily="34" charset="0"/>
                <a:cs typeface="Segoe UI" pitchFamily="34" charset="0"/>
              </a:rPr>
              <a:t> – that means it will run and do its thing!</a:t>
            </a:r>
            <a:endParaRPr lang="en-US" sz="3200" dirty="0">
              <a:solidFill>
                <a:schemeClr val="bg2">
                  <a:lumMod val="25000"/>
                </a:schemeClr>
              </a:solidFill>
              <a:latin typeface="Consolas" panose="020B0609020204030204" pitchFamily="49" charset="0"/>
            </a:endParaRP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chemeClr val="bg2">
                  <a:lumMod val="25000"/>
                </a:schemeClr>
              </a:soli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7366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</a:rPr>
              <a:t>function</a:t>
            </a:r>
            <a:r>
              <a:rPr lang="en-US" sz="3600" dirty="0">
                <a:latin typeface="Consolas" panose="020B0609020204030204" pitchFamily="49" charset="0"/>
              </a:rPr>
              <a:t> </a:t>
            </a:r>
            <a:r>
              <a:rPr lang="en-US" sz="3600" dirty="0" err="1">
                <a:solidFill>
                  <a:srgbClr val="00B050"/>
                </a:solidFill>
                <a:latin typeface="Consolas" panose="020B0609020204030204" pitchFamily="49" charset="0"/>
              </a:rPr>
              <a:t>buttonClick</a:t>
            </a:r>
            <a:r>
              <a:rPr lang="en-US" sz="3600" dirty="0">
                <a:solidFill>
                  <a:srgbClr val="7030A0"/>
                </a:solidFill>
                <a:latin typeface="Consolas" panose="020B0609020204030204" pitchFamily="49" charset="0"/>
              </a:rPr>
              <a:t>()</a:t>
            </a:r>
            <a:r>
              <a:rPr lang="en-US" sz="3600" dirty="0">
                <a:latin typeface="Consolas" panose="020B0609020204030204" pitchFamily="49" charset="0"/>
              </a:rPr>
              <a:t> </a:t>
            </a:r>
            <a:r>
              <a:rPr lang="en-US" sz="3600" dirty="0">
                <a:solidFill>
                  <a:srgbClr val="FFC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3600" dirty="0">
                <a:latin typeface="Consolas" panose="020B0609020204030204" pitchFamily="49" charset="0"/>
              </a:rPr>
              <a:t>	</a:t>
            </a:r>
            <a:r>
              <a:rPr lang="en-US" sz="3600" dirty="0">
                <a:solidFill>
                  <a:srgbClr val="0070C0"/>
                </a:solidFill>
                <a:latin typeface="Consolas" panose="020B0609020204030204" pitchFamily="49" charset="0"/>
              </a:rPr>
              <a:t>alert("hello");</a:t>
            </a:r>
          </a:p>
          <a:p>
            <a:pPr marL="0" indent="0">
              <a:buNone/>
            </a:pPr>
            <a:r>
              <a:rPr lang="en-US" sz="3600" dirty="0">
                <a:solidFill>
                  <a:srgbClr val="0070C0"/>
                </a:solidFill>
                <a:latin typeface="Consolas" panose="020B0609020204030204" pitchFamily="49" charset="0"/>
              </a:rPr>
              <a:t>	alert("hello again");</a:t>
            </a:r>
          </a:p>
          <a:p>
            <a:pPr marL="0" indent="0">
              <a:buNone/>
            </a:pPr>
            <a:r>
              <a:rPr lang="en-US" sz="3600" dirty="0">
                <a:solidFill>
                  <a:srgbClr val="FFC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99" y="3886200"/>
            <a:ext cx="617220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function </a:t>
            </a:r>
            <a:r>
              <a:rPr lang="en-US" sz="2400" dirty="0">
                <a:solidFill>
                  <a:srgbClr val="FF0000"/>
                </a:solidFill>
              </a:rPr>
              <a:t>(keyword)</a:t>
            </a:r>
            <a:endParaRPr lang="en-US" sz="2400" dirty="0">
              <a:solidFill>
                <a:srgbClr val="00B05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50"/>
                </a:solidFill>
              </a:rPr>
              <a:t>Function name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7030A0"/>
                </a:solidFill>
              </a:rPr>
              <a:t>Parentheses </a:t>
            </a:r>
            <a:r>
              <a:rPr lang="en-US" sz="2400" dirty="0">
                <a:solidFill>
                  <a:srgbClr val="7030A0"/>
                </a:solidFill>
              </a:rPr>
              <a:t>(left/right | open/close)</a:t>
            </a:r>
            <a:endParaRPr lang="en-US" sz="2400" dirty="0">
              <a:solidFill>
                <a:srgbClr val="FFC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C000"/>
                </a:solidFill>
              </a:rPr>
              <a:t>Curly brackets </a:t>
            </a:r>
            <a:r>
              <a:rPr lang="en-US" sz="2400" dirty="0">
                <a:solidFill>
                  <a:srgbClr val="FFC000"/>
                </a:solidFill>
              </a:rPr>
              <a:t>(left/right | open/close)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</a:rPr>
              <a:t>Body </a:t>
            </a:r>
            <a:r>
              <a:rPr lang="en-US" sz="2400" dirty="0">
                <a:solidFill>
                  <a:srgbClr val="0070C0"/>
                </a:solidFill>
              </a:rPr>
              <a:t>(JavaScript code)</a:t>
            </a:r>
            <a:endParaRPr lang="en-US" sz="2800" dirty="0">
              <a:solidFill>
                <a:srgbClr val="0070C0"/>
              </a:solidFill>
            </a:endParaRPr>
          </a:p>
        </p:txBody>
      </p:sp>
      <p:pic>
        <p:nvPicPr>
          <p:cNvPr id="2050" name="Picture 2" descr="Image result for dog traini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49" r="10685"/>
          <a:stretch/>
        </p:blipFill>
        <p:spPr bwMode="auto">
          <a:xfrm>
            <a:off x="6781801" y="914400"/>
            <a:ext cx="5257800" cy="529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35036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6600" dirty="0" err="1">
                <a:solidFill>
                  <a:srgbClr val="00B050"/>
                </a:solidFill>
                <a:latin typeface="Consolas" panose="020B0609020204030204" pitchFamily="49" charset="0"/>
              </a:rPr>
              <a:t>buttonClick</a:t>
            </a:r>
            <a:r>
              <a:rPr lang="en-US" sz="6600" dirty="0">
                <a:solidFill>
                  <a:srgbClr val="7030A0"/>
                </a:solidFill>
                <a:latin typeface="Consolas" panose="020B0609020204030204" pitchFamily="49" charset="0"/>
              </a:rPr>
              <a:t>()</a:t>
            </a:r>
            <a:endParaRPr lang="en-US" sz="6600" dirty="0">
              <a:solidFill>
                <a:srgbClr val="FFC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0999" y="3331677"/>
            <a:ext cx="69723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B050"/>
                </a:solidFill>
              </a:rPr>
              <a:t>Function name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7030A0"/>
                </a:solidFill>
              </a:rPr>
              <a:t>Parentheses </a:t>
            </a:r>
            <a:r>
              <a:rPr lang="en-US" sz="2800" dirty="0">
                <a:solidFill>
                  <a:srgbClr val="7030A0"/>
                </a:solidFill>
              </a:rPr>
              <a:t>(left/right | open/close)</a:t>
            </a:r>
            <a:endParaRPr lang="en-US" sz="3600" dirty="0">
              <a:solidFill>
                <a:srgbClr val="FFC000"/>
              </a:solidFill>
            </a:endParaRPr>
          </a:p>
        </p:txBody>
      </p:sp>
      <p:pic>
        <p:nvPicPr>
          <p:cNvPr id="2050" name="Picture 2" descr="Image result for dog traini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49" r="10685"/>
          <a:stretch/>
        </p:blipFill>
        <p:spPr bwMode="auto">
          <a:xfrm>
            <a:off x="6781801" y="914400"/>
            <a:ext cx="5257800" cy="529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5449897-802A-46AB-85C5-4AF73AF9CCF6}"/>
              </a:ext>
            </a:extLst>
          </p:cNvPr>
          <p:cNvSpPr/>
          <p:nvPr/>
        </p:nvSpPr>
        <p:spPr bwMode="auto">
          <a:xfrm>
            <a:off x="8039100" y="2971800"/>
            <a:ext cx="342900" cy="4572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A39F40-1C96-451C-8D8F-0F50160D8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320000">
            <a:off x="8196262" y="3131781"/>
            <a:ext cx="371475" cy="504825"/>
          </a:xfrm>
          <a:prstGeom prst="rect">
            <a:avLst/>
          </a:prstGeom>
        </p:spPr>
      </p:pic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E2F5CD67-17AD-4954-97BE-62D573BE9986}"/>
              </a:ext>
            </a:extLst>
          </p:cNvPr>
          <p:cNvSpPr/>
          <p:nvPr/>
        </p:nvSpPr>
        <p:spPr bwMode="auto">
          <a:xfrm>
            <a:off x="9639300" y="2171700"/>
            <a:ext cx="1028700" cy="685800"/>
          </a:xfrm>
          <a:prstGeom prst="wedgeRectCallout">
            <a:avLst>
              <a:gd name="adj1" fmla="val -25906"/>
              <a:gd name="adj2" fmla="val 122715"/>
            </a:avLst>
          </a:prstGeom>
          <a:solidFill>
            <a:schemeClr val="tx1"/>
          </a:solidFill>
          <a:ln w="12700">
            <a:solidFill>
              <a:schemeClr val="tx2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37050453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Button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7150" indent="0">
              <a:buNone/>
            </a:pPr>
            <a:r>
              <a:rPr lang="en-US" sz="11500" dirty="0">
                <a:hlinkClick r:id="rId3"/>
              </a:rPr>
              <a:t>https://jsfiddle.net/</a:t>
            </a:r>
            <a:r>
              <a:rPr lang="en-US" sz="11500">
                <a:hlinkClick r:id="rId3"/>
              </a:rPr>
              <a:t>a17tmcfn/</a:t>
            </a:r>
            <a:endParaRPr lang="en-US" sz="16600" dirty="0"/>
          </a:p>
        </p:txBody>
      </p:sp>
    </p:spTree>
    <p:extLst>
      <p:ext uri="{BB962C8B-B14F-4D97-AF65-F5344CB8AC3E}">
        <p14:creationId xmlns:p14="http://schemas.microsoft.com/office/powerpoint/2010/main" val="273757476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28E08D6-2404-4D03-BF52-69A2898BBB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49686073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Hyland 2019">
  <a:themeElements>
    <a:clrScheme name="Hyland">
      <a:dk1>
        <a:srgbClr val="56565A"/>
      </a:dk1>
      <a:lt1>
        <a:srgbClr val="FFFFFF"/>
      </a:lt1>
      <a:dk2>
        <a:srgbClr val="56565A"/>
      </a:dk2>
      <a:lt2>
        <a:srgbClr val="EFEFF0"/>
      </a:lt2>
      <a:accent1>
        <a:srgbClr val="54C8E8"/>
      </a:accent1>
      <a:accent2>
        <a:srgbClr val="6ABF4B"/>
      </a:accent2>
      <a:accent3>
        <a:srgbClr val="98989A"/>
      </a:accent3>
      <a:accent4>
        <a:srgbClr val="C8C8C8"/>
      </a:accent4>
      <a:accent5>
        <a:srgbClr val="EFEFF0"/>
      </a:accent5>
      <a:accent6>
        <a:srgbClr val="FFFFFF"/>
      </a:accent6>
      <a:hlink>
        <a:srgbClr val="6ABF4B"/>
      </a:hlink>
      <a:folHlink>
        <a:srgbClr val="6ABF4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yland">
      <a:fillStyleLst>
        <a:solidFill>
          <a:schemeClr val="phClr"/>
        </a:solidFill>
        <a:solidFill>
          <a:schemeClr val="phClr">
            <a:satMod val="180000"/>
            <a:tint val="40000"/>
          </a:schemeClr>
        </a:solidFill>
        <a:solidFill>
          <a:schemeClr val="phClr">
            <a:shade val="40000"/>
          </a:schemeClr>
        </a:solidFill>
      </a:fillStyleLst>
      <a:lnStyleLst>
        <a:ln>
          <a:solidFill>
            <a:schemeClr val="phClr"/>
          </a:solidFill>
          <a:headEnd type="none" w="med" len="med"/>
          <a:tailEnd type="none" w="med" len="med"/>
        </a:ln>
        <a:ln w="12700" cap="flat" cmpd="sng" algn="ctr">
          <a:solidFill>
            <a:schemeClr val="phClr"/>
          </a:solidFill>
          <a:prstDash val="solid"/>
          <a:miter lim="800000"/>
        </a:ln>
        <a:ln>
          <a:solidFill>
            <a:schemeClr val="phClr"/>
          </a:solidFill>
          <a:headEnd type="none" w="med" len="med"/>
          <a:tailEnd type="none" w="med" len="me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 bwMode="auto">
        <a:solidFill>
          <a:schemeClr val="accent5"/>
        </a:solidFill>
        <a:ln w="12700">
          <a:solidFill>
            <a:schemeClr val="tx2"/>
          </a:solidFill>
          <a:miter lim="800000"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ctr"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 w="12700">
          <a:miter lim="800000"/>
          <a:headEnd type="none"/>
          <a:tailEnd type="non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custClrLst>
    <a:custClr name="Hyland Green">
      <a:srgbClr val="6ABF4B"/>
    </a:custClr>
    <a:custClr name="Technology Blue">
      <a:srgbClr val="00586F"/>
    </a:custClr>
    <a:custClr name="Bright Blue">
      <a:srgbClr val="54C8E8"/>
    </a:custClr>
    <a:custClr name="Light Blue">
      <a:srgbClr val="96DAEA"/>
    </a:custClr>
    <a:custClr name="Pink">
      <a:srgbClr val="E95EBE"/>
    </a:custClr>
    <a:custClr name="Dark Gray">
      <a:srgbClr val="56565A"/>
    </a:custClr>
    <a:custClr name="Medium Gray">
      <a:srgbClr val="98989A"/>
    </a:custClr>
    <a:custClr name="Light Gray">
      <a:srgbClr val="C8C8C8"/>
    </a:custClr>
    <a:custClr name="Pale Gray">
      <a:srgbClr val="EFEFF0"/>
    </a:custClr>
    <a:custClr name="White">
      <a:srgbClr val="FFFFFF"/>
    </a:custClr>
    <a:custClr name="Orange">
      <a:srgbClr val="FF8300"/>
    </a:custClr>
    <a:custClr name="Purple">
      <a:srgbClr val="624B78"/>
    </a:custClr>
    <a:custClr name="Yellow">
      <a:srgbClr val="FFB71B"/>
    </a:custClr>
    <a:custClr name="Dark Blue">
      <a:srgbClr val="00303C"/>
    </a:custClr>
  </a:custClr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2358</TotalTime>
  <Words>670</Words>
  <Application>Microsoft Office PowerPoint</Application>
  <PresentationFormat>Widescreen</PresentationFormat>
  <Paragraphs>93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Black</vt:lpstr>
      <vt:lpstr>Calibri</vt:lpstr>
      <vt:lpstr>Consolas</vt:lpstr>
      <vt:lpstr>Segoe UI</vt:lpstr>
      <vt:lpstr>Wingdings</vt:lpstr>
      <vt:lpstr>Hyland 2019</vt:lpstr>
      <vt:lpstr>Buttons</vt:lpstr>
      <vt:lpstr>Buttons</vt:lpstr>
      <vt:lpstr>What can a button do on a webpage?</vt:lpstr>
      <vt:lpstr>How to Add a button in html</vt:lpstr>
      <vt:lpstr>Functions</vt:lpstr>
      <vt:lpstr>How to tell a button what to do</vt:lpstr>
      <vt:lpstr>Defining a function</vt:lpstr>
      <vt:lpstr>Calling a function</vt:lpstr>
      <vt:lpstr>Button 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Trent Turner</dc:creator>
  <cp:lastModifiedBy>Joseph Maxwell</cp:lastModifiedBy>
  <cp:revision>99</cp:revision>
  <dcterms:created xsi:type="dcterms:W3CDTF">2019-03-11T04:04:09Z</dcterms:created>
  <dcterms:modified xsi:type="dcterms:W3CDTF">2026-06-08T18:33:53Z</dcterms:modified>
</cp:coreProperties>
</file>